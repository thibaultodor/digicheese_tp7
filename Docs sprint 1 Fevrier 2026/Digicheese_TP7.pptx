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9" r:id="rId5"/>
    <p:sldId id="273" r:id="rId6"/>
    <p:sldId id="276" r:id="rId7"/>
    <p:sldId id="277" r:id="rId8"/>
    <p:sldId id="278" r:id="rId9"/>
    <p:sldId id="286" r:id="rId10"/>
    <p:sldId id="279" r:id="rId11"/>
    <p:sldId id="280" r:id="rId12"/>
    <p:sldId id="281" r:id="rId13"/>
    <p:sldId id="285" r:id="rId14"/>
    <p:sldId id="282" r:id="rId15"/>
    <p:sldId id="283" r:id="rId16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36" userDrawn="1">
          <p15:clr>
            <a:srgbClr val="A4A3A4"/>
          </p15:clr>
        </p15:guide>
        <p15:guide id="2" pos="360" userDrawn="1">
          <p15:clr>
            <a:srgbClr val="A4A3A4"/>
          </p15:clr>
        </p15:guide>
        <p15:guide id="3" orient="horz" pos="1680" userDrawn="1">
          <p15:clr>
            <a:srgbClr val="A4A3A4"/>
          </p15:clr>
        </p15:guide>
        <p15:guide id="4" pos="72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  <a:srgbClr val="BBDCD0"/>
    <a:srgbClr val="8ED6B8"/>
    <a:srgbClr val="81C1A7"/>
    <a:srgbClr val="1FB781"/>
    <a:srgbClr val="FFAA65"/>
    <a:srgbClr val="23BB7F"/>
    <a:srgbClr val="2EB87F"/>
    <a:srgbClr val="B055BB"/>
    <a:srgbClr val="0A18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B44426-F8BF-1D9C-5B97-A4401D1357A0}" v="1300" dt="2026-01-19T11:53:21.477"/>
    <p1510:client id="{56690FDC-9F07-CDB1-B2AF-E040DD51DADB}" v="61" dt="2026-01-20T10:59:13.768"/>
    <p1510:client id="{5B993E47-A2A9-2038-C748-A0383F60B45B}" v="2944" dt="2026-01-20T10:57:36.424"/>
    <p1510:client id="{68E5F027-2CFA-A44E-0449-CCC5CBF8C867}" v="31" dt="2026-01-19T12:01:46.583"/>
    <p1510:client id="{6ABE5AE5-7CFA-3FB4-D266-B8E7EB7035B0}" v="1749" dt="2026-01-20T10:53:34.721"/>
    <p1510:client id="{90A63A90-7379-C890-F074-D26F09E155AA}" v="333" dt="2026-01-19T15:26:01.132"/>
    <p1510:client id="{BC54ADD0-80CF-089B-6606-9273D07DFA68}" v="558" dt="2026-01-20T15:06:18.938"/>
    <p1510:client id="{C424CCC4-DC54-8A4D-FCEA-FB7F8F61E1A6}" v="359" dt="2026-01-19T21:14:24.9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8034E78-7F5D-4C2E-B375-FC64B27BC917}" styleName="Style foncé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336"/>
        <p:guide pos="360"/>
        <p:guide orient="horz" pos="1680"/>
        <p:guide pos="7296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DCD5251B-3771-9AED-760F-D10697A46B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E40670E-80A5-5F52-7E3C-E8FC40F33F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052D38-1B6A-4CE9-83A3-7401142520CC}" type="datetime1">
              <a:rPr lang="fr-FR" smtClean="0"/>
              <a:t>26/01/2026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5372378-11B4-768C-E138-6BE9E3AB0B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4AEE214-DEDF-2833-5A1E-A6D082A477F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4328E-D713-41E1-BCB1-2038794839A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05610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20EB2F-A966-40EB-8F0B-3067AE8109FB}" type="datetime1">
              <a:rPr lang="fr-FR" smtClean="0"/>
              <a:pPr/>
              <a:t>26/01/2026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B78062-E3D5-4E98-880B-B24675DD95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884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err="1">
                <a:latin typeface="Calibri"/>
                <a:ea typeface="Calibri"/>
                <a:cs typeface="Calibri"/>
              </a:rPr>
              <a:t>Thib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78062-E3D5-4E98-880B-B24675DD956D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5869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err="1"/>
              <a:t>Thib</a:t>
            </a:r>
            <a:endParaRPr lang="fr-FR" err="1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78062-E3D5-4E98-880B-B24675DD956D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73624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err="1"/>
              <a:t>Thib</a:t>
            </a:r>
            <a:endParaRPr lang="fr-FR" err="1"/>
          </a:p>
          <a:p>
            <a:r>
              <a:rPr lang="en-US" err="1">
                <a:latin typeface="Calibri"/>
                <a:ea typeface="Calibri"/>
                <a:cs typeface="Calibri"/>
              </a:rPr>
              <a:t>VIctor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compétent</a:t>
            </a:r>
            <a:r>
              <a:rPr lang="en-US">
                <a:latin typeface="Calibri"/>
                <a:ea typeface="Calibri"/>
                <a:cs typeface="Calibri"/>
              </a:rPr>
              <a:t> Django -&gt; Flask similitude -&gt; </a:t>
            </a:r>
            <a:r>
              <a:rPr lang="en-US" err="1">
                <a:latin typeface="Calibri"/>
                <a:ea typeface="Calibri"/>
                <a:cs typeface="Calibri"/>
              </a:rPr>
              <a:t>Organisateur</a:t>
            </a:r>
            <a:r>
              <a:rPr lang="en-US">
                <a:latin typeface="Calibri"/>
                <a:ea typeface="Calibri"/>
                <a:cs typeface="Calibri"/>
              </a:rPr>
              <a:t>, conception du corps du </a:t>
            </a:r>
            <a:r>
              <a:rPr lang="en-US" err="1">
                <a:latin typeface="Calibri"/>
                <a:ea typeface="Calibri"/>
                <a:cs typeface="Calibri"/>
              </a:rPr>
              <a:t>projet</a:t>
            </a:r>
            <a:r>
              <a:rPr lang="en-US">
                <a:latin typeface="Calibri"/>
                <a:ea typeface="Calibri"/>
                <a:cs typeface="Calibri"/>
              </a:rPr>
              <a:t> -&gt; NOTRE GUIDE</a:t>
            </a: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78062-E3D5-4E98-880B-B24675DD956D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055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err="1"/>
              <a:t>Thib</a:t>
            </a:r>
            <a:endParaRPr lang="fr-FR" err="1"/>
          </a:p>
          <a:p>
            <a:r>
              <a:rPr lang="en-US" err="1">
                <a:latin typeface="Calibri"/>
                <a:ea typeface="Calibri"/>
                <a:cs typeface="Calibri"/>
              </a:rPr>
              <a:t>Voici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notre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organisation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78062-E3D5-4E98-880B-B24675DD956D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5836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latin typeface="Calibri"/>
                <a:ea typeface="Calibri"/>
                <a:cs typeface="Calibri"/>
              </a:rPr>
              <a:t>Victor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78062-E3D5-4E98-880B-B24675DD956D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4400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Victor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78062-E3D5-4E98-880B-B24675DD956D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43080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latin typeface="Calibri"/>
                <a:ea typeface="Calibri"/>
                <a:cs typeface="Calibri"/>
              </a:rPr>
              <a:t>Julien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78062-E3D5-4E98-880B-B24675DD956D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723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err="1">
                <a:latin typeface="Calibri"/>
                <a:ea typeface="Calibri"/>
                <a:cs typeface="Calibri"/>
              </a:rPr>
              <a:t>Thib</a:t>
            </a:r>
            <a:endParaRPr lang="en-US" b="1">
              <a:latin typeface="Calibri"/>
              <a:ea typeface="Calibri"/>
              <a:cs typeface="Calibri"/>
            </a:endParaRPr>
          </a:p>
          <a:p>
            <a:r>
              <a:rPr lang="en-US" err="1">
                <a:latin typeface="Calibri"/>
                <a:ea typeface="Calibri"/>
                <a:cs typeface="Calibri"/>
              </a:rPr>
              <a:t>Utilisation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d'une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enum</a:t>
            </a:r>
            <a:r>
              <a:rPr lang="en-US">
                <a:latin typeface="Calibri"/>
                <a:ea typeface="Calibri"/>
                <a:cs typeface="Calibri"/>
              </a:rPr>
              <a:t> pour le role (</a:t>
            </a:r>
            <a:r>
              <a:rPr lang="en-US" err="1">
                <a:latin typeface="Calibri"/>
                <a:ea typeface="Calibri"/>
                <a:cs typeface="Calibri"/>
              </a:rPr>
              <a:t>fiabilité</a:t>
            </a:r>
            <a:r>
              <a:rPr lang="en-US">
                <a:latin typeface="Calibri"/>
                <a:ea typeface="Calibri"/>
                <a:cs typeface="Calibri"/>
              </a:rPr>
              <a:t> des données, </a:t>
            </a:r>
            <a:r>
              <a:rPr lang="en-US" err="1">
                <a:latin typeface="Calibri"/>
                <a:ea typeface="Calibri"/>
                <a:cs typeface="Calibri"/>
              </a:rPr>
              <a:t>bloquer</a:t>
            </a:r>
            <a:r>
              <a:rPr lang="en-US">
                <a:latin typeface="Calibri"/>
                <a:ea typeface="Calibri"/>
                <a:cs typeface="Calibri"/>
              </a:rPr>
              <a:t> tout role non </a:t>
            </a:r>
            <a:r>
              <a:rPr lang="en-US" err="1">
                <a:latin typeface="Calibri"/>
                <a:ea typeface="Calibri"/>
                <a:cs typeface="Calibri"/>
              </a:rPr>
              <a:t>traité</a:t>
            </a:r>
            <a:r>
              <a:rPr lang="en-US">
                <a:latin typeface="Calibri"/>
                <a:ea typeface="Calibri"/>
                <a:cs typeface="Calibri"/>
              </a:rPr>
              <a:t>, easy pour </a:t>
            </a:r>
            <a:r>
              <a:rPr lang="en-US" err="1">
                <a:latin typeface="Calibri"/>
                <a:ea typeface="Calibri"/>
                <a:cs typeface="Calibri"/>
              </a:rPr>
              <a:t>ajouter</a:t>
            </a:r>
            <a:r>
              <a:rPr lang="en-US">
                <a:latin typeface="Calibri"/>
                <a:ea typeface="Calibri"/>
                <a:cs typeface="Calibri"/>
              </a:rPr>
              <a:t> role)</a:t>
            </a:r>
          </a:p>
          <a:p>
            <a:r>
              <a:rPr lang="en-US" err="1">
                <a:latin typeface="Calibri"/>
                <a:ea typeface="Calibri"/>
                <a:cs typeface="Calibri"/>
              </a:rPr>
              <a:t>Ajout</a:t>
            </a:r>
            <a:r>
              <a:rPr lang="en-US">
                <a:latin typeface="Calibri"/>
                <a:ea typeface="Calibri"/>
                <a:cs typeface="Calibri"/>
              </a:rPr>
              <a:t> de email dans "</a:t>
            </a:r>
            <a:r>
              <a:rPr lang="en-US" err="1">
                <a:latin typeface="Calibri"/>
                <a:ea typeface="Calibri"/>
                <a:cs typeface="Calibri"/>
              </a:rPr>
              <a:t>Utilisateur</a:t>
            </a:r>
            <a:r>
              <a:rPr lang="en-US">
                <a:latin typeface="Calibri"/>
                <a:ea typeface="Calibri"/>
                <a:cs typeface="Calibri"/>
              </a:rPr>
              <a:t>"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78062-E3D5-4E98-880B-B24675DD956D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64178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latin typeface="Calibri"/>
                <a:ea typeface="Calibri"/>
                <a:cs typeface="Calibri"/>
              </a:rPr>
              <a:t>Julien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78062-E3D5-4E98-880B-B24675DD956D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6978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Julien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78062-E3D5-4E98-880B-B24675DD956D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38236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latin typeface="Calibri"/>
                <a:ea typeface="Calibri"/>
                <a:cs typeface="Calibri"/>
              </a:rPr>
              <a:t>Victor</a:t>
            </a: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Les fixtures </a:t>
            </a:r>
            <a:r>
              <a:rPr lang="en-US" err="1">
                <a:latin typeface="Calibri"/>
                <a:ea typeface="Calibri"/>
                <a:cs typeface="Calibri"/>
              </a:rPr>
              <a:t>sont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automatiquement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importés</a:t>
            </a:r>
            <a:r>
              <a:rPr lang="en-US">
                <a:latin typeface="Calibri"/>
                <a:ea typeface="Calibri"/>
                <a:cs typeface="Calibri"/>
              </a:rPr>
              <a:t> dans les tests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78062-E3D5-4E98-880B-B24675DD956D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40418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latin typeface="Calibri"/>
                <a:ea typeface="Calibri"/>
                <a:cs typeface="Calibri"/>
              </a:rPr>
              <a:t>Victor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78062-E3D5-4E98-880B-B24675DD956D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6727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emf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emf"/><Relationship Id="rId16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e 107">
            <a:extLst>
              <a:ext uri="{FF2B5EF4-FFF2-40B4-BE49-F238E27FC236}">
                <a16:creationId xmlns:a16="http://schemas.microsoft.com/office/drawing/2014/main" id="{31445678-5922-0D9E-6854-34CDDF535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50" y="1460413"/>
            <a:ext cx="12185650" cy="5364163"/>
            <a:chOff x="6350" y="1460413"/>
            <a:chExt cx="12185650" cy="5364163"/>
          </a:xfrm>
        </p:grpSpPr>
        <p:pic>
          <p:nvPicPr>
            <p:cNvPr id="55" name="Image 54">
              <a:extLst>
                <a:ext uri="{FF2B5EF4-FFF2-40B4-BE49-F238E27FC236}">
                  <a16:creationId xmlns:a16="http://schemas.microsoft.com/office/drawing/2014/main" id="{EFBB3930-65BE-C67D-75F8-C29BCAC0BCF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350" y="1460413"/>
              <a:ext cx="12185650" cy="4523556"/>
            </a:xfrm>
            <a:prstGeom prst="rect">
              <a:avLst/>
            </a:prstGeom>
          </p:spPr>
        </p:pic>
        <p:pic>
          <p:nvPicPr>
            <p:cNvPr id="20" name="Image 19">
              <a:extLst>
                <a:ext uri="{FF2B5EF4-FFF2-40B4-BE49-F238E27FC236}">
                  <a16:creationId xmlns:a16="http://schemas.microsoft.com/office/drawing/2014/main" id="{266A9694-6EC0-EF34-47E7-7D6882C8644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r="2854"/>
            <a:stretch/>
          </p:blipFill>
          <p:spPr>
            <a:xfrm>
              <a:off x="1385366" y="1933400"/>
              <a:ext cx="10800284" cy="4891176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F7286A7E-ECC6-8B64-7478-CBE43FBDAAA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838200" y="311861"/>
            <a:ext cx="10515600" cy="958251"/>
          </a:xfrm>
        </p:spPr>
        <p:txBody>
          <a:bodyPr rtlCol="0">
            <a:normAutofit/>
          </a:bodyPr>
          <a:lstStyle>
            <a:lvl1pPr algn="ctr">
              <a:defRPr lang="fr-FR" sz="6000" b="1" cap="all" baseline="0"/>
            </a:lvl1pPr>
          </a:lstStyle>
          <a:p>
            <a:pPr rtl="0"/>
            <a:r>
              <a:rPr lang="fr-FR" noProof="0"/>
              <a:t>Ajouter le titre ici</a:t>
            </a:r>
          </a:p>
        </p:txBody>
      </p:sp>
      <p:sp>
        <p:nvSpPr>
          <p:cNvPr id="5" name="Espace réservé du texte 5">
            <a:extLst>
              <a:ext uri="{FF2B5EF4-FFF2-40B4-BE49-F238E27FC236}">
                <a16:creationId xmlns:a16="http://schemas.microsoft.com/office/drawing/2014/main" id="{6C5FDC83-F05F-E2CC-B26D-0B062CC4997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9175" y="3754892"/>
            <a:ext cx="1627632" cy="1618488"/>
          </a:xfrm>
          <a:prstGeom prst="roundRect">
            <a:avLst>
              <a:gd name="adj" fmla="val 17457"/>
            </a:avLst>
          </a:prstGeom>
          <a:solidFill>
            <a:schemeClr val="bg1"/>
          </a:solidFill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73736" rtlCol="0" anchor="t">
            <a:noAutofit/>
          </a:bodyPr>
          <a:lstStyle>
            <a:lvl1pPr marL="0" indent="0" algn="ctr">
              <a:buNone/>
              <a:defRPr lang="fr-FR" sz="1800" b="1" cap="all" baseline="0" dirty="0">
                <a:solidFill>
                  <a:sysClr val="windowText" lastClr="000000"/>
                </a:solidFill>
              </a:defRPr>
            </a:lvl1pPr>
          </a:lstStyle>
          <a:p>
            <a:pPr marL="0" lvl="0" algn="ctr" rtl="0"/>
            <a:r>
              <a:rPr lang="fr-FR" noProof="0"/>
              <a:t>AJOUTER DU TEXTE</a:t>
            </a:r>
          </a:p>
        </p:txBody>
      </p:sp>
      <p:sp>
        <p:nvSpPr>
          <p:cNvPr id="102" name="Espace réservé du texte 97">
            <a:extLst>
              <a:ext uri="{FF2B5EF4-FFF2-40B4-BE49-F238E27FC236}">
                <a16:creationId xmlns:a16="http://schemas.microsoft.com/office/drawing/2014/main" id="{9A27C53F-0D89-34D4-E4E8-175EBF1A1B73}"/>
              </a:ext>
            </a:extLst>
          </p:cNvPr>
          <p:cNvSpPr>
            <a:spLocks noGrp="1"/>
          </p:cNvSpPr>
          <p:nvPr userDrawn="1">
            <p:ph type="body" sz="quarter" idx="37" hasCustomPrompt="1"/>
          </p:nvPr>
        </p:nvSpPr>
        <p:spPr>
          <a:xfrm>
            <a:off x="390035" y="3477320"/>
            <a:ext cx="630936" cy="6309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44450">
            <a:solidFill>
              <a:schemeClr val="tx1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2800" b="1">
                <a:ln w="0">
                  <a:noFill/>
                </a:ln>
                <a:solidFill>
                  <a:schemeClr val="tx1"/>
                </a:solidFill>
              </a:defRPr>
            </a:lvl1pPr>
            <a:lvl2pPr marL="457200" indent="0">
              <a:buNone/>
              <a:defRPr lang="fr-FR" sz="2800"/>
            </a:lvl2pPr>
            <a:lvl3pPr marL="914400" indent="0">
              <a:buNone/>
              <a:defRPr lang="fr-FR" sz="2800"/>
            </a:lvl3pPr>
            <a:lvl4pPr marL="1371600" indent="0">
              <a:buNone/>
              <a:defRPr lang="fr-FR" sz="2800"/>
            </a:lvl4pPr>
            <a:lvl5pPr marL="1828800" indent="0">
              <a:buNone/>
              <a:defRPr lang="fr-FR" sz="2800"/>
            </a:lvl5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86" name="Espace réservé du texte 61">
            <a:extLst>
              <a:ext uri="{FF2B5EF4-FFF2-40B4-BE49-F238E27FC236}">
                <a16:creationId xmlns:a16="http://schemas.microsoft.com/office/drawing/2014/main" id="{D33323FB-3657-DBF3-C660-8E53E914CD76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847719" y="4379822"/>
            <a:ext cx="1280160" cy="481857"/>
          </a:xfrm>
        </p:spPr>
        <p:txBody>
          <a:bodyPr rtlCol="0">
            <a:noAutofit/>
          </a:bodyPr>
          <a:lstStyle>
            <a:lvl1pPr marL="0" indent="0" algn="ctr">
              <a:buNone/>
              <a:defRPr lang="fr-FR" sz="1200"/>
            </a:lvl1pPr>
            <a:lvl2pPr marL="457200" indent="0" algn="ctr">
              <a:buNone/>
              <a:defRPr lang="fr-FR" sz="1400"/>
            </a:lvl2pPr>
            <a:lvl3pPr marL="914400" indent="0" algn="ctr">
              <a:buNone/>
              <a:defRPr lang="fr-FR" sz="1400"/>
            </a:lvl3pPr>
            <a:lvl4pPr marL="1371600" indent="0" algn="ctr">
              <a:buNone/>
              <a:defRPr lang="fr-FR" sz="1400"/>
            </a:lvl4pPr>
            <a:lvl5pPr marL="1828800" indent="0" algn="ctr">
              <a:buNone/>
              <a:defRPr lang="fr-FR" sz="1400"/>
            </a:lvl5pPr>
          </a:lstStyle>
          <a:p>
            <a:pPr lvl="0" rtl="0"/>
            <a:r>
              <a:rPr lang="fr-FR" noProof="0"/>
              <a:t>Ajouter du texte ici</a:t>
            </a:r>
          </a:p>
        </p:txBody>
      </p:sp>
      <p:sp>
        <p:nvSpPr>
          <p:cNvPr id="87" name="Espace réservé du texte 63">
            <a:extLst>
              <a:ext uri="{FF2B5EF4-FFF2-40B4-BE49-F238E27FC236}">
                <a16:creationId xmlns:a16="http://schemas.microsoft.com/office/drawing/2014/main" id="{EFB7B0D0-66A4-7017-E2C8-BFD66BD3AE13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847719" y="4867503"/>
            <a:ext cx="1280160" cy="206582"/>
          </a:xfrm>
        </p:spPr>
        <p:txBody>
          <a:bodyPr lIns="0" tIns="0" rIns="0" rtlCol="0">
            <a:noAutofit/>
          </a:bodyPr>
          <a:lstStyle>
            <a:lvl1pPr marL="0" indent="0" algn="ctr">
              <a:buNone/>
              <a:defRPr lang="fr-FR" sz="1000"/>
            </a:lvl1pPr>
            <a:lvl2pPr marL="457200" indent="0" algn="ctr">
              <a:buNone/>
              <a:defRPr lang="fr-FR" sz="1200"/>
            </a:lvl2pPr>
            <a:lvl3pPr marL="914400" indent="0" algn="ctr">
              <a:buNone/>
              <a:defRPr lang="fr-FR" sz="1200"/>
            </a:lvl3pPr>
            <a:lvl4pPr marL="1371600" indent="0" algn="ctr">
              <a:buNone/>
              <a:defRPr lang="fr-FR" sz="1200"/>
            </a:lvl4pPr>
            <a:lvl5pPr marL="1828800" indent="0" algn="ctr">
              <a:buNone/>
              <a:defRPr lang="fr-FR" sz="1200"/>
            </a:lvl5pPr>
          </a:lstStyle>
          <a:p>
            <a:pPr lvl="0" rtl="0"/>
            <a:r>
              <a:rPr lang="fr-FR" noProof="0"/>
              <a:t>Ajouter du texte ici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642DFC3-40E7-73B0-2933-4E601A023BFC}"/>
              </a:ext>
            </a:extLst>
          </p:cNvPr>
          <p:cNvSpPr>
            <a:spLocks noGrp="1"/>
          </p:cNvSpPr>
          <p:nvPr userDrawn="1">
            <p:ph type="body" sz="quarter" idx="43" hasCustomPrompt="1"/>
          </p:nvPr>
        </p:nvSpPr>
        <p:spPr>
          <a:xfrm>
            <a:off x="1986839" y="1689617"/>
            <a:ext cx="1627632" cy="1618488"/>
          </a:xfrm>
          <a:prstGeom prst="roundRect">
            <a:avLst>
              <a:gd name="adj" fmla="val 17457"/>
            </a:avLst>
          </a:prstGeom>
          <a:solidFill>
            <a:schemeClr val="bg1"/>
          </a:solidFill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73736" rtlCol="0" anchor="t">
            <a:noAutofit/>
          </a:bodyPr>
          <a:lstStyle>
            <a:lvl1pPr marL="0" indent="0" algn="ctr">
              <a:buNone/>
              <a:defRPr lang="fr-FR" sz="1800" b="1" cap="all" baseline="0" dirty="0">
                <a:solidFill>
                  <a:sysClr val="windowText" lastClr="000000"/>
                </a:solidFill>
              </a:defRPr>
            </a:lvl1pPr>
          </a:lstStyle>
          <a:p>
            <a:pPr marL="0" lvl="0" algn="ctr" rtl="0"/>
            <a:r>
              <a:rPr lang="fr-FR" noProof="0"/>
              <a:t>AJOUTER DU TEXTE</a:t>
            </a:r>
          </a:p>
        </p:txBody>
      </p:sp>
      <p:sp>
        <p:nvSpPr>
          <p:cNvPr id="62" name="Espace réservé du texte 61">
            <a:extLst>
              <a:ext uri="{FF2B5EF4-FFF2-40B4-BE49-F238E27FC236}">
                <a16:creationId xmlns:a16="http://schemas.microsoft.com/office/drawing/2014/main" id="{ACF76DF4-511E-BCAD-24AA-1917D189318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56264" y="2304732"/>
            <a:ext cx="1280160" cy="481857"/>
          </a:xfrm>
        </p:spPr>
        <p:txBody>
          <a:bodyPr rtlCol="0">
            <a:noAutofit/>
          </a:bodyPr>
          <a:lstStyle>
            <a:lvl1pPr marL="0" indent="0" algn="ctr">
              <a:buNone/>
              <a:defRPr lang="fr-FR" sz="1200"/>
            </a:lvl1pPr>
            <a:lvl2pPr marL="457200" indent="0" algn="ctr">
              <a:buNone/>
              <a:defRPr lang="fr-FR" sz="1400"/>
            </a:lvl2pPr>
            <a:lvl3pPr marL="914400" indent="0" algn="ctr">
              <a:buNone/>
              <a:defRPr lang="fr-FR" sz="1400"/>
            </a:lvl3pPr>
            <a:lvl4pPr marL="1371600" indent="0" algn="ctr">
              <a:buNone/>
              <a:defRPr lang="fr-FR" sz="1400"/>
            </a:lvl4pPr>
            <a:lvl5pPr marL="1828800" indent="0" algn="ctr">
              <a:buNone/>
              <a:defRPr lang="fr-FR" sz="1400"/>
            </a:lvl5pPr>
          </a:lstStyle>
          <a:p>
            <a:pPr lvl="0" rtl="0"/>
            <a:r>
              <a:rPr lang="fr-FR" noProof="0"/>
              <a:t>Ajouter du texte ici</a:t>
            </a:r>
          </a:p>
        </p:txBody>
      </p:sp>
      <p:sp>
        <p:nvSpPr>
          <p:cNvPr id="64" name="Espace réservé du texte 63">
            <a:extLst>
              <a:ext uri="{FF2B5EF4-FFF2-40B4-BE49-F238E27FC236}">
                <a16:creationId xmlns:a16="http://schemas.microsoft.com/office/drawing/2014/main" id="{0844B068-8969-6321-4DD3-4767642367E2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56264" y="2792413"/>
            <a:ext cx="1280160" cy="206582"/>
          </a:xfrm>
        </p:spPr>
        <p:txBody>
          <a:bodyPr lIns="0" tIns="0" rIns="0" rtlCol="0">
            <a:noAutofit/>
          </a:bodyPr>
          <a:lstStyle>
            <a:lvl1pPr marL="0" indent="0" algn="ctr">
              <a:buNone/>
              <a:defRPr lang="fr-FR" sz="1000"/>
            </a:lvl1pPr>
            <a:lvl2pPr marL="457200" indent="0" algn="ctr">
              <a:buNone/>
              <a:defRPr lang="fr-FR" sz="1200"/>
            </a:lvl2pPr>
            <a:lvl3pPr marL="914400" indent="0" algn="ctr">
              <a:buNone/>
              <a:defRPr lang="fr-FR" sz="1200"/>
            </a:lvl3pPr>
            <a:lvl4pPr marL="1371600" indent="0" algn="ctr">
              <a:buNone/>
              <a:defRPr lang="fr-FR" sz="1200"/>
            </a:lvl4pPr>
            <a:lvl5pPr marL="1828800" indent="0" algn="ctr">
              <a:buNone/>
              <a:defRPr lang="fr-FR" sz="1200"/>
            </a:lvl5pPr>
          </a:lstStyle>
          <a:p>
            <a:pPr lvl="0" rtl="0"/>
            <a:r>
              <a:rPr lang="fr-FR" noProof="0"/>
              <a:t>Ajouter du texte ici</a:t>
            </a:r>
          </a:p>
        </p:txBody>
      </p:sp>
      <p:sp>
        <p:nvSpPr>
          <p:cNvPr id="99" name="Espace réservé du texte 97">
            <a:extLst>
              <a:ext uri="{FF2B5EF4-FFF2-40B4-BE49-F238E27FC236}">
                <a16:creationId xmlns:a16="http://schemas.microsoft.com/office/drawing/2014/main" id="{DB29BEEB-8FD5-5346-B82F-8EAB6A747A29}"/>
              </a:ext>
            </a:extLst>
          </p:cNvPr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3280120" y="2964580"/>
            <a:ext cx="630936" cy="6309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44450">
            <a:solidFill>
              <a:schemeClr val="tx1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2800" b="1">
                <a:ln w="0">
                  <a:noFill/>
                </a:ln>
                <a:solidFill>
                  <a:schemeClr val="tx1"/>
                </a:solidFill>
              </a:defRPr>
            </a:lvl1pPr>
            <a:lvl2pPr marL="457200" indent="0">
              <a:buNone/>
              <a:defRPr lang="fr-FR" sz="2800"/>
            </a:lvl2pPr>
            <a:lvl3pPr marL="914400" indent="0">
              <a:buNone/>
              <a:defRPr lang="fr-FR" sz="2800"/>
            </a:lvl3pPr>
            <a:lvl4pPr marL="1371600" indent="0">
              <a:buNone/>
              <a:defRPr lang="fr-FR" sz="2800"/>
            </a:lvl4pPr>
            <a:lvl5pPr marL="1828800" indent="0">
              <a:buNone/>
              <a:defRPr lang="fr-FR" sz="2800"/>
            </a:lvl5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66" name="Espace réservé du texte 5">
            <a:extLst>
              <a:ext uri="{FF2B5EF4-FFF2-40B4-BE49-F238E27FC236}">
                <a16:creationId xmlns:a16="http://schemas.microsoft.com/office/drawing/2014/main" id="{85454582-ABBD-4964-8715-1EF2DFC1686A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159315" y="2413336"/>
            <a:ext cx="1627632" cy="1618488"/>
          </a:xfrm>
          <a:prstGeom prst="roundRect">
            <a:avLst>
              <a:gd name="adj" fmla="val 17457"/>
            </a:avLst>
          </a:prstGeom>
          <a:solidFill>
            <a:schemeClr val="bg1"/>
          </a:solidFill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73736" rtlCol="0" anchor="t">
            <a:noAutofit/>
          </a:bodyPr>
          <a:lstStyle>
            <a:lvl1pPr marL="0" indent="0" algn="ctr">
              <a:buNone/>
              <a:defRPr lang="fr-FR" sz="1800" b="1" cap="all" baseline="0" dirty="0">
                <a:solidFill>
                  <a:sysClr val="windowText" lastClr="000000"/>
                </a:solidFill>
              </a:defRPr>
            </a:lvl1pPr>
          </a:lstStyle>
          <a:p>
            <a:pPr marL="0" lvl="0" algn="ctr" rtl="0"/>
            <a:r>
              <a:rPr lang="fr-FR" noProof="0"/>
              <a:t>AJOUTER DU TEXTE</a:t>
            </a:r>
          </a:p>
        </p:txBody>
      </p:sp>
      <p:sp>
        <p:nvSpPr>
          <p:cNvPr id="100" name="Espace réservé du texte 97">
            <a:extLst>
              <a:ext uri="{FF2B5EF4-FFF2-40B4-BE49-F238E27FC236}">
                <a16:creationId xmlns:a16="http://schemas.microsoft.com/office/drawing/2014/main" id="{28877613-41C4-9119-BE28-5CAB258BF276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5450164" y="2104356"/>
            <a:ext cx="630936" cy="6309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44450">
            <a:solidFill>
              <a:schemeClr val="tx1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2800" b="1">
                <a:ln w="0">
                  <a:noFill/>
                </a:ln>
                <a:solidFill>
                  <a:schemeClr val="tx1"/>
                </a:solidFill>
              </a:defRPr>
            </a:lvl1pPr>
            <a:lvl2pPr marL="457200" indent="0">
              <a:buNone/>
              <a:defRPr lang="fr-FR" sz="2800"/>
            </a:lvl2pPr>
            <a:lvl3pPr marL="914400" indent="0">
              <a:buNone/>
              <a:defRPr lang="fr-FR" sz="2800"/>
            </a:lvl3pPr>
            <a:lvl4pPr marL="1371600" indent="0">
              <a:buNone/>
              <a:defRPr lang="fr-FR" sz="2800"/>
            </a:lvl4pPr>
            <a:lvl5pPr marL="1828800" indent="0">
              <a:buNone/>
              <a:defRPr lang="fr-FR" sz="2800"/>
            </a:lvl5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69" name="Espace réservé du texte 61">
            <a:extLst>
              <a:ext uri="{FF2B5EF4-FFF2-40B4-BE49-F238E27FC236}">
                <a16:creationId xmlns:a16="http://schemas.microsoft.com/office/drawing/2014/main" id="{294539E2-59EE-DB6B-BA2A-518DE97D114B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337915" y="3081612"/>
            <a:ext cx="1277962" cy="475432"/>
          </a:xfrm>
        </p:spPr>
        <p:txBody>
          <a:bodyPr rtlCol="0">
            <a:noAutofit/>
          </a:bodyPr>
          <a:lstStyle>
            <a:lvl1pPr marL="0" indent="0" algn="ctr">
              <a:buNone/>
              <a:defRPr lang="fr-FR" sz="1200"/>
            </a:lvl1pPr>
            <a:lvl2pPr marL="457200" indent="0" algn="ctr">
              <a:buNone/>
              <a:defRPr lang="fr-FR" sz="1400"/>
            </a:lvl2pPr>
            <a:lvl3pPr marL="914400" indent="0" algn="ctr">
              <a:buNone/>
              <a:defRPr lang="fr-FR" sz="1400"/>
            </a:lvl3pPr>
            <a:lvl4pPr marL="1371600" indent="0" algn="ctr">
              <a:buNone/>
              <a:defRPr lang="fr-FR" sz="1400"/>
            </a:lvl4pPr>
            <a:lvl5pPr marL="1828800" indent="0" algn="ctr">
              <a:buNone/>
              <a:defRPr lang="fr-FR" sz="1400"/>
            </a:lvl5pPr>
          </a:lstStyle>
          <a:p>
            <a:pPr lvl="0" rtl="0"/>
            <a:r>
              <a:rPr lang="fr-FR" noProof="0"/>
              <a:t>Ajouter du texte ici</a:t>
            </a:r>
          </a:p>
        </p:txBody>
      </p:sp>
      <p:sp>
        <p:nvSpPr>
          <p:cNvPr id="70" name="Espace réservé du texte 63">
            <a:extLst>
              <a:ext uri="{FF2B5EF4-FFF2-40B4-BE49-F238E27FC236}">
                <a16:creationId xmlns:a16="http://schemas.microsoft.com/office/drawing/2014/main" id="{26761B70-9720-A91A-9DE8-C71BB40499A4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337915" y="3554052"/>
            <a:ext cx="1277962" cy="206582"/>
          </a:xfrm>
        </p:spPr>
        <p:txBody>
          <a:bodyPr lIns="0" tIns="0" rIns="0" rtlCol="0">
            <a:noAutofit/>
          </a:bodyPr>
          <a:lstStyle>
            <a:lvl1pPr marL="0" indent="0" algn="ctr">
              <a:buNone/>
              <a:defRPr lang="fr-FR" sz="1000"/>
            </a:lvl1pPr>
            <a:lvl2pPr marL="457200" indent="0" algn="ctr">
              <a:buNone/>
              <a:defRPr lang="fr-FR" sz="1200"/>
            </a:lvl2pPr>
            <a:lvl3pPr marL="914400" indent="0" algn="ctr">
              <a:buNone/>
              <a:defRPr lang="fr-FR" sz="1200"/>
            </a:lvl3pPr>
            <a:lvl4pPr marL="1371600" indent="0" algn="ctr">
              <a:buNone/>
              <a:defRPr lang="fr-FR" sz="1200"/>
            </a:lvl4pPr>
            <a:lvl5pPr marL="1828800" indent="0" algn="ctr">
              <a:buNone/>
              <a:defRPr lang="fr-FR" sz="1200"/>
            </a:lvl5pPr>
          </a:lstStyle>
          <a:p>
            <a:pPr lvl="0" rtl="0"/>
            <a:r>
              <a:rPr lang="fr-FR" noProof="0"/>
              <a:t>Ajouter du texte ici</a:t>
            </a:r>
          </a:p>
        </p:txBody>
      </p:sp>
      <p:sp>
        <p:nvSpPr>
          <p:cNvPr id="56" name="Espace réservé du texte 5">
            <a:extLst>
              <a:ext uri="{FF2B5EF4-FFF2-40B4-BE49-F238E27FC236}">
                <a16:creationId xmlns:a16="http://schemas.microsoft.com/office/drawing/2014/main" id="{FCE8B2AA-C2E9-5F8D-0EF1-A36A1966D27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772029" y="4868331"/>
            <a:ext cx="1627632" cy="1618488"/>
          </a:xfrm>
          <a:prstGeom prst="roundRect">
            <a:avLst>
              <a:gd name="adj" fmla="val 17457"/>
            </a:avLst>
          </a:prstGeom>
          <a:solidFill>
            <a:schemeClr val="bg1"/>
          </a:solidFill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73736" rtlCol="0" anchor="t">
            <a:noAutofit/>
          </a:bodyPr>
          <a:lstStyle>
            <a:lvl1pPr marL="0" indent="0" algn="ctr">
              <a:buNone/>
              <a:defRPr lang="fr-FR" sz="1800" b="1" cap="all" baseline="0" dirty="0">
                <a:solidFill>
                  <a:sysClr val="windowText" lastClr="000000"/>
                </a:solidFill>
              </a:defRPr>
            </a:lvl1pPr>
          </a:lstStyle>
          <a:p>
            <a:pPr marL="0" lvl="0" algn="ctr" rtl="0"/>
            <a:r>
              <a:rPr lang="fr-FR" noProof="0"/>
              <a:t>AJOUTER DU TEXTE</a:t>
            </a:r>
          </a:p>
        </p:txBody>
      </p:sp>
      <p:sp>
        <p:nvSpPr>
          <p:cNvPr id="103" name="Espace réservé du texte 97">
            <a:extLst>
              <a:ext uri="{FF2B5EF4-FFF2-40B4-BE49-F238E27FC236}">
                <a16:creationId xmlns:a16="http://schemas.microsoft.com/office/drawing/2014/main" id="{616D4056-5F98-5D42-8A8D-08560626E145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4070799" y="4546839"/>
            <a:ext cx="630936" cy="6309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44450">
            <a:solidFill>
              <a:schemeClr val="tx1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2800" b="1">
                <a:ln w="0">
                  <a:noFill/>
                </a:ln>
                <a:solidFill>
                  <a:schemeClr val="tx1"/>
                </a:solidFill>
              </a:defRPr>
            </a:lvl1pPr>
            <a:lvl2pPr marL="457200" indent="0">
              <a:buNone/>
              <a:defRPr lang="fr-FR" sz="2800"/>
            </a:lvl2pPr>
            <a:lvl3pPr marL="914400" indent="0">
              <a:buNone/>
              <a:defRPr lang="fr-FR" sz="2800"/>
            </a:lvl3pPr>
            <a:lvl4pPr marL="1371600" indent="0">
              <a:buNone/>
              <a:defRPr lang="fr-FR" sz="2800"/>
            </a:lvl4pPr>
            <a:lvl5pPr marL="1828800" indent="0">
              <a:buNone/>
              <a:defRPr lang="fr-FR" sz="2800"/>
            </a:lvl5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89" name="Espace réservé du texte 61">
            <a:extLst>
              <a:ext uri="{FF2B5EF4-FFF2-40B4-BE49-F238E27FC236}">
                <a16:creationId xmlns:a16="http://schemas.microsoft.com/office/drawing/2014/main" id="{4F02E3FC-A398-A3E3-0ECA-A8A1C61ED4DA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2943701" y="5465548"/>
            <a:ext cx="1280160" cy="481857"/>
          </a:xfrm>
        </p:spPr>
        <p:txBody>
          <a:bodyPr rtlCol="0">
            <a:noAutofit/>
          </a:bodyPr>
          <a:lstStyle>
            <a:lvl1pPr marL="0" indent="0" algn="ctr">
              <a:buNone/>
              <a:defRPr lang="fr-FR" sz="1200"/>
            </a:lvl1pPr>
            <a:lvl2pPr marL="457200" indent="0" algn="ctr">
              <a:buNone/>
              <a:defRPr lang="fr-FR" sz="1400"/>
            </a:lvl2pPr>
            <a:lvl3pPr marL="914400" indent="0" algn="ctr">
              <a:buNone/>
              <a:defRPr lang="fr-FR" sz="1400"/>
            </a:lvl3pPr>
            <a:lvl4pPr marL="1371600" indent="0" algn="ctr">
              <a:buNone/>
              <a:defRPr lang="fr-FR" sz="1400"/>
            </a:lvl4pPr>
            <a:lvl5pPr marL="1828800" indent="0" algn="ctr">
              <a:buNone/>
              <a:defRPr lang="fr-FR" sz="1400"/>
            </a:lvl5pPr>
          </a:lstStyle>
          <a:p>
            <a:pPr lvl="0" rtl="0"/>
            <a:r>
              <a:rPr lang="fr-FR" noProof="0"/>
              <a:t>Ajouter du texte ici</a:t>
            </a:r>
          </a:p>
        </p:txBody>
      </p:sp>
      <p:sp>
        <p:nvSpPr>
          <p:cNvPr id="90" name="Espace réservé du texte 63">
            <a:extLst>
              <a:ext uri="{FF2B5EF4-FFF2-40B4-BE49-F238E27FC236}">
                <a16:creationId xmlns:a16="http://schemas.microsoft.com/office/drawing/2014/main" id="{AF627030-2DCF-9DA1-DB4E-EC8AA8265BEC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2943701" y="5953229"/>
            <a:ext cx="1280160" cy="206582"/>
          </a:xfrm>
        </p:spPr>
        <p:txBody>
          <a:bodyPr lIns="0" tIns="0" rIns="0" rtlCol="0">
            <a:noAutofit/>
          </a:bodyPr>
          <a:lstStyle>
            <a:lvl1pPr marL="0" indent="0" algn="ctr">
              <a:buNone/>
              <a:defRPr lang="fr-FR" sz="1000"/>
            </a:lvl1pPr>
            <a:lvl2pPr marL="457200" indent="0" algn="ctr">
              <a:buNone/>
              <a:defRPr lang="fr-FR" sz="1200"/>
            </a:lvl2pPr>
            <a:lvl3pPr marL="914400" indent="0" algn="ctr">
              <a:buNone/>
              <a:defRPr lang="fr-FR" sz="1200"/>
            </a:lvl3pPr>
            <a:lvl4pPr marL="1371600" indent="0" algn="ctr">
              <a:buNone/>
              <a:defRPr lang="fr-FR" sz="1200"/>
            </a:lvl4pPr>
            <a:lvl5pPr marL="1828800" indent="0" algn="ctr">
              <a:buNone/>
              <a:defRPr lang="fr-FR" sz="1200"/>
            </a:lvl5pPr>
          </a:lstStyle>
          <a:p>
            <a:pPr lvl="0" rtl="0"/>
            <a:r>
              <a:rPr lang="fr-FR" noProof="0"/>
              <a:t>Ajouter du texte ici</a:t>
            </a:r>
          </a:p>
        </p:txBody>
      </p:sp>
      <p:sp>
        <p:nvSpPr>
          <p:cNvPr id="57" name="Espace réservé du texte 5">
            <a:extLst>
              <a:ext uri="{FF2B5EF4-FFF2-40B4-BE49-F238E27FC236}">
                <a16:creationId xmlns:a16="http://schemas.microsoft.com/office/drawing/2014/main" id="{C4AF0805-0FC2-7B09-EA4F-BF7CE80CE69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697529" y="4598571"/>
            <a:ext cx="1627632" cy="1618488"/>
          </a:xfrm>
          <a:prstGeom prst="roundRect">
            <a:avLst>
              <a:gd name="adj" fmla="val 17457"/>
            </a:avLst>
          </a:prstGeom>
          <a:solidFill>
            <a:schemeClr val="bg1"/>
          </a:solidFill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73736" rtlCol="0" anchor="t">
            <a:noAutofit/>
          </a:bodyPr>
          <a:lstStyle>
            <a:lvl1pPr marL="0" indent="0" algn="ctr">
              <a:buNone/>
              <a:defRPr lang="fr-FR" sz="1800" b="1" cap="all" baseline="0" dirty="0">
                <a:solidFill>
                  <a:sysClr val="windowText" lastClr="000000"/>
                </a:solidFill>
              </a:defRPr>
            </a:lvl1pPr>
          </a:lstStyle>
          <a:p>
            <a:pPr marL="0" lvl="0" algn="ctr" rtl="0"/>
            <a:r>
              <a:rPr lang="fr-FR" noProof="0"/>
              <a:t>AJOUTER DU TEXTE</a:t>
            </a:r>
          </a:p>
        </p:txBody>
      </p:sp>
      <p:sp>
        <p:nvSpPr>
          <p:cNvPr id="92" name="Espace réservé du texte 61">
            <a:extLst>
              <a:ext uri="{FF2B5EF4-FFF2-40B4-BE49-F238E27FC236}">
                <a16:creationId xmlns:a16="http://schemas.microsoft.com/office/drawing/2014/main" id="{11CD16D6-010B-3E00-E346-C449BE8A103F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5840980" y="5211225"/>
            <a:ext cx="1348182" cy="481857"/>
          </a:xfrm>
        </p:spPr>
        <p:txBody>
          <a:bodyPr rtlCol="0">
            <a:noAutofit/>
          </a:bodyPr>
          <a:lstStyle>
            <a:lvl1pPr marL="0" indent="0" algn="ctr">
              <a:buNone/>
              <a:defRPr lang="fr-FR" sz="1200"/>
            </a:lvl1pPr>
            <a:lvl2pPr marL="457200" indent="0" algn="ctr">
              <a:buNone/>
              <a:defRPr lang="fr-FR" sz="1400"/>
            </a:lvl2pPr>
            <a:lvl3pPr marL="914400" indent="0" algn="ctr">
              <a:buNone/>
              <a:defRPr lang="fr-FR" sz="1400"/>
            </a:lvl3pPr>
            <a:lvl4pPr marL="1371600" indent="0" algn="ctr">
              <a:buNone/>
              <a:defRPr lang="fr-FR" sz="1400"/>
            </a:lvl4pPr>
            <a:lvl5pPr marL="1828800" indent="0" algn="ctr">
              <a:buNone/>
              <a:defRPr lang="fr-FR" sz="1400"/>
            </a:lvl5pPr>
          </a:lstStyle>
          <a:p>
            <a:pPr lvl="0" rtl="0"/>
            <a:r>
              <a:rPr lang="fr-FR" noProof="0"/>
              <a:t>Ajouter du texte ici</a:t>
            </a:r>
          </a:p>
        </p:txBody>
      </p:sp>
      <p:sp>
        <p:nvSpPr>
          <p:cNvPr id="93" name="Espace réservé du texte 63">
            <a:extLst>
              <a:ext uri="{FF2B5EF4-FFF2-40B4-BE49-F238E27FC236}">
                <a16:creationId xmlns:a16="http://schemas.microsoft.com/office/drawing/2014/main" id="{60EAE46B-6724-AB6B-191E-6CCB8917DA70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5840980" y="5698906"/>
            <a:ext cx="1348182" cy="206582"/>
          </a:xfrm>
        </p:spPr>
        <p:txBody>
          <a:bodyPr lIns="0" tIns="0" rIns="0" rtlCol="0">
            <a:noAutofit/>
          </a:bodyPr>
          <a:lstStyle>
            <a:lvl1pPr marL="0" indent="0" algn="ctr">
              <a:buNone/>
              <a:defRPr lang="fr-FR" sz="1000"/>
            </a:lvl1pPr>
            <a:lvl2pPr marL="457200" indent="0" algn="ctr">
              <a:buNone/>
              <a:defRPr lang="fr-FR" sz="1200"/>
            </a:lvl2pPr>
            <a:lvl3pPr marL="914400" indent="0" algn="ctr">
              <a:buNone/>
              <a:defRPr lang="fr-FR" sz="1200"/>
            </a:lvl3pPr>
            <a:lvl4pPr marL="1371600" indent="0" algn="ctr">
              <a:buNone/>
              <a:defRPr lang="fr-FR" sz="1200"/>
            </a:lvl4pPr>
            <a:lvl5pPr marL="1828800" indent="0" algn="ctr">
              <a:buNone/>
              <a:defRPr lang="fr-FR" sz="1200"/>
            </a:lvl5pPr>
          </a:lstStyle>
          <a:p>
            <a:pPr lvl="0" rtl="0"/>
            <a:r>
              <a:rPr lang="fr-FR" noProof="0"/>
              <a:t>Ajouter du texte ici</a:t>
            </a:r>
          </a:p>
        </p:txBody>
      </p:sp>
      <p:sp>
        <p:nvSpPr>
          <p:cNvPr id="107" name="Espace réservé du texte 97">
            <a:extLst>
              <a:ext uri="{FF2B5EF4-FFF2-40B4-BE49-F238E27FC236}">
                <a16:creationId xmlns:a16="http://schemas.microsoft.com/office/drawing/2014/main" id="{C668B3C1-868A-2098-CD67-28AEB3250032}"/>
              </a:ext>
            </a:extLst>
          </p:cNvPr>
          <p:cNvSpPr>
            <a:spLocks noGrp="1"/>
          </p:cNvSpPr>
          <p:nvPr userDrawn="1">
            <p:ph type="body" sz="quarter" idx="42" hasCustomPrompt="1"/>
          </p:nvPr>
        </p:nvSpPr>
        <p:spPr>
          <a:xfrm>
            <a:off x="6971098" y="5809913"/>
            <a:ext cx="630936" cy="6309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44450">
            <a:solidFill>
              <a:schemeClr val="tx1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2800" b="1">
                <a:ln w="0">
                  <a:noFill/>
                </a:ln>
                <a:solidFill>
                  <a:schemeClr val="tx1"/>
                </a:solidFill>
              </a:defRPr>
            </a:lvl1pPr>
            <a:lvl2pPr marL="457200" indent="0">
              <a:buNone/>
              <a:defRPr lang="fr-FR" sz="2800"/>
            </a:lvl2pPr>
            <a:lvl3pPr marL="914400" indent="0">
              <a:buNone/>
              <a:defRPr lang="fr-FR" sz="2800"/>
            </a:lvl3pPr>
            <a:lvl4pPr marL="1371600" indent="0">
              <a:buNone/>
              <a:defRPr lang="fr-FR" sz="2800"/>
            </a:lvl4pPr>
            <a:lvl5pPr marL="1828800" indent="0">
              <a:buNone/>
              <a:defRPr lang="fr-FR" sz="2800"/>
            </a:lvl5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65" name="Espace réservé du texte 5">
            <a:extLst>
              <a:ext uri="{FF2B5EF4-FFF2-40B4-BE49-F238E27FC236}">
                <a16:creationId xmlns:a16="http://schemas.microsoft.com/office/drawing/2014/main" id="{4BB22A85-B877-39A1-C018-64A3FEDCCC6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456687" y="1620863"/>
            <a:ext cx="1627632" cy="1618488"/>
          </a:xfrm>
          <a:prstGeom prst="roundRect">
            <a:avLst>
              <a:gd name="adj" fmla="val 17457"/>
            </a:avLst>
          </a:prstGeom>
          <a:solidFill>
            <a:schemeClr val="bg1"/>
          </a:solidFill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73736" rtlCol="0" anchor="t">
            <a:noAutofit/>
          </a:bodyPr>
          <a:lstStyle>
            <a:lvl1pPr marL="0" indent="0" algn="ctr">
              <a:buNone/>
              <a:defRPr lang="fr-FR" sz="1800" b="1" cap="all" baseline="0" dirty="0">
                <a:solidFill>
                  <a:sysClr val="windowText" lastClr="000000"/>
                </a:solidFill>
              </a:defRPr>
            </a:lvl1pPr>
          </a:lstStyle>
          <a:p>
            <a:pPr marL="0" lvl="0" algn="ctr" rtl="0"/>
            <a:r>
              <a:rPr lang="fr-FR" noProof="0"/>
              <a:t>AJOUTER DU TEXTE</a:t>
            </a:r>
          </a:p>
        </p:txBody>
      </p:sp>
      <p:sp>
        <p:nvSpPr>
          <p:cNvPr id="72" name="Espace réservé du texte 61">
            <a:extLst>
              <a:ext uri="{FF2B5EF4-FFF2-40B4-BE49-F238E27FC236}">
                <a16:creationId xmlns:a16="http://schemas.microsoft.com/office/drawing/2014/main" id="{6CEEACE9-8EE4-FC32-AF27-4B73BC93D379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6631548" y="2244785"/>
            <a:ext cx="1280160" cy="475432"/>
          </a:xfrm>
        </p:spPr>
        <p:txBody>
          <a:bodyPr rtlCol="0">
            <a:noAutofit/>
          </a:bodyPr>
          <a:lstStyle>
            <a:lvl1pPr marL="0" indent="0" algn="ctr">
              <a:buNone/>
              <a:defRPr lang="fr-FR" sz="1200"/>
            </a:lvl1pPr>
            <a:lvl2pPr marL="457200" indent="0" algn="ctr">
              <a:buNone/>
              <a:defRPr lang="fr-FR" sz="1400"/>
            </a:lvl2pPr>
            <a:lvl3pPr marL="914400" indent="0" algn="ctr">
              <a:buNone/>
              <a:defRPr lang="fr-FR" sz="1400"/>
            </a:lvl3pPr>
            <a:lvl4pPr marL="1371600" indent="0" algn="ctr">
              <a:buNone/>
              <a:defRPr lang="fr-FR" sz="1400"/>
            </a:lvl4pPr>
            <a:lvl5pPr marL="1828800" indent="0" algn="ctr">
              <a:buNone/>
              <a:defRPr lang="fr-FR" sz="1400"/>
            </a:lvl5pPr>
          </a:lstStyle>
          <a:p>
            <a:pPr lvl="0" rtl="0"/>
            <a:r>
              <a:rPr lang="fr-FR" noProof="0"/>
              <a:t>Ajouter du texte ici</a:t>
            </a:r>
          </a:p>
        </p:txBody>
      </p:sp>
      <p:sp>
        <p:nvSpPr>
          <p:cNvPr id="73" name="Espace réservé du texte 63">
            <a:extLst>
              <a:ext uri="{FF2B5EF4-FFF2-40B4-BE49-F238E27FC236}">
                <a16:creationId xmlns:a16="http://schemas.microsoft.com/office/drawing/2014/main" id="{BB7F9FF1-7617-3B39-E510-593E236FBA7E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631548" y="2717225"/>
            <a:ext cx="1280160" cy="206582"/>
          </a:xfrm>
        </p:spPr>
        <p:txBody>
          <a:bodyPr lIns="0" tIns="0" rIns="0" rtlCol="0">
            <a:noAutofit/>
          </a:bodyPr>
          <a:lstStyle>
            <a:lvl1pPr marL="0" indent="0" algn="ctr">
              <a:buNone/>
              <a:defRPr lang="fr-FR" sz="1000"/>
            </a:lvl1pPr>
            <a:lvl2pPr marL="457200" indent="0" algn="ctr">
              <a:buNone/>
              <a:defRPr lang="fr-FR" sz="1200"/>
            </a:lvl2pPr>
            <a:lvl3pPr marL="914400" indent="0" algn="ctr">
              <a:buNone/>
              <a:defRPr lang="fr-FR" sz="1200"/>
            </a:lvl3pPr>
            <a:lvl4pPr marL="1371600" indent="0" algn="ctr">
              <a:buNone/>
              <a:defRPr lang="fr-FR" sz="1200"/>
            </a:lvl4pPr>
            <a:lvl5pPr marL="1828800" indent="0" algn="ctr">
              <a:buNone/>
              <a:defRPr lang="fr-FR" sz="1200"/>
            </a:lvl5pPr>
          </a:lstStyle>
          <a:p>
            <a:pPr lvl="0" rtl="0"/>
            <a:r>
              <a:rPr lang="fr-FR" noProof="0"/>
              <a:t>Ajouter du texte ici</a:t>
            </a:r>
          </a:p>
        </p:txBody>
      </p:sp>
      <p:sp>
        <p:nvSpPr>
          <p:cNvPr id="104" name="Espace réservé du texte 97">
            <a:extLst>
              <a:ext uri="{FF2B5EF4-FFF2-40B4-BE49-F238E27FC236}">
                <a16:creationId xmlns:a16="http://schemas.microsoft.com/office/drawing/2014/main" id="{0CD90A5F-4D3D-6BB1-B8CE-765DCC95EC90}"/>
              </a:ext>
            </a:extLst>
          </p:cNvPr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7748705" y="2909287"/>
            <a:ext cx="630936" cy="6309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44450">
            <a:solidFill>
              <a:schemeClr val="tx1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2800" b="1">
                <a:ln w="0">
                  <a:noFill/>
                </a:ln>
                <a:solidFill>
                  <a:schemeClr val="tx1"/>
                </a:solidFill>
              </a:defRPr>
            </a:lvl1pPr>
            <a:lvl2pPr marL="457200" indent="0">
              <a:buNone/>
              <a:defRPr lang="fr-FR" sz="2800"/>
            </a:lvl2pPr>
            <a:lvl3pPr marL="914400" indent="0">
              <a:buNone/>
              <a:defRPr lang="fr-FR" sz="2800"/>
            </a:lvl3pPr>
            <a:lvl4pPr marL="1371600" indent="0">
              <a:buNone/>
              <a:defRPr lang="fr-FR" sz="2800"/>
            </a:lvl4pPr>
            <a:lvl5pPr marL="1828800" indent="0">
              <a:buNone/>
              <a:defRPr lang="fr-FR" sz="2800"/>
            </a:lvl5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61" name="Espace réservé du texte 5">
            <a:extLst>
              <a:ext uri="{FF2B5EF4-FFF2-40B4-BE49-F238E27FC236}">
                <a16:creationId xmlns:a16="http://schemas.microsoft.com/office/drawing/2014/main" id="{82F7A4E9-C42A-A2A2-A151-F766779E396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236399" y="4614369"/>
            <a:ext cx="1627632" cy="1618488"/>
          </a:xfrm>
          <a:prstGeom prst="roundRect">
            <a:avLst>
              <a:gd name="adj" fmla="val 17457"/>
            </a:avLst>
          </a:prstGeom>
          <a:solidFill>
            <a:schemeClr val="bg1"/>
          </a:solidFill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73736" rtlCol="0" anchor="t">
            <a:noAutofit/>
          </a:bodyPr>
          <a:lstStyle>
            <a:lvl1pPr marL="0" indent="0" algn="ctr">
              <a:buNone/>
              <a:defRPr lang="fr-FR" sz="1800" b="1" cap="all" baseline="0" dirty="0">
                <a:solidFill>
                  <a:sysClr val="windowText" lastClr="000000"/>
                </a:solidFill>
              </a:defRPr>
            </a:lvl1pPr>
          </a:lstStyle>
          <a:p>
            <a:pPr marL="0" lvl="0" algn="ctr" rtl="0"/>
            <a:r>
              <a:rPr lang="fr-FR" noProof="0"/>
              <a:t>AJOUTER DU TEXTE</a:t>
            </a:r>
          </a:p>
        </p:txBody>
      </p:sp>
      <p:sp>
        <p:nvSpPr>
          <p:cNvPr id="106" name="Espace réservé du texte 97">
            <a:extLst>
              <a:ext uri="{FF2B5EF4-FFF2-40B4-BE49-F238E27FC236}">
                <a16:creationId xmlns:a16="http://schemas.microsoft.com/office/drawing/2014/main" id="{51E633B7-1E95-92E2-7DDC-9A7B9E70B756}"/>
              </a:ext>
            </a:extLst>
          </p:cNvPr>
          <p:cNvSpPr>
            <a:spLocks noGrp="1"/>
          </p:cNvSpPr>
          <p:nvPr userDrawn="1">
            <p:ph type="body" sz="quarter" idx="41" hasCustomPrompt="1"/>
          </p:nvPr>
        </p:nvSpPr>
        <p:spPr>
          <a:xfrm>
            <a:off x="9479259" y="4328031"/>
            <a:ext cx="630936" cy="6309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44450">
            <a:solidFill>
              <a:schemeClr val="tx1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2800" b="1">
                <a:ln w="0">
                  <a:noFill/>
                </a:ln>
                <a:solidFill>
                  <a:schemeClr val="tx1"/>
                </a:solidFill>
              </a:defRPr>
            </a:lvl1pPr>
            <a:lvl2pPr marL="457200" indent="0">
              <a:buNone/>
              <a:defRPr lang="fr-FR" sz="2800"/>
            </a:lvl2pPr>
            <a:lvl3pPr marL="914400" indent="0">
              <a:buNone/>
              <a:defRPr lang="fr-FR" sz="2800"/>
            </a:lvl3pPr>
            <a:lvl4pPr marL="1371600" indent="0">
              <a:buNone/>
              <a:defRPr lang="fr-FR" sz="2800"/>
            </a:lvl4pPr>
            <a:lvl5pPr marL="1828800" indent="0">
              <a:buNone/>
              <a:defRPr lang="fr-FR" sz="2800"/>
            </a:lvl5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95" name="Espace réservé du texte 61">
            <a:extLst>
              <a:ext uri="{FF2B5EF4-FFF2-40B4-BE49-F238E27FC236}">
                <a16:creationId xmlns:a16="http://schemas.microsoft.com/office/drawing/2014/main" id="{5FCDC069-8B0F-C8F3-14E9-43A09900CB95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8361036" y="5369722"/>
            <a:ext cx="1378359" cy="481857"/>
          </a:xfrm>
        </p:spPr>
        <p:txBody>
          <a:bodyPr rtlCol="0">
            <a:noAutofit/>
          </a:bodyPr>
          <a:lstStyle>
            <a:lvl1pPr marL="0" indent="0" algn="ctr">
              <a:buNone/>
              <a:defRPr lang="fr-FR" sz="1200"/>
            </a:lvl1pPr>
            <a:lvl2pPr marL="457200" indent="0" algn="ctr">
              <a:buNone/>
              <a:defRPr lang="fr-FR" sz="1400"/>
            </a:lvl2pPr>
            <a:lvl3pPr marL="914400" indent="0" algn="ctr">
              <a:buNone/>
              <a:defRPr lang="fr-FR" sz="1400"/>
            </a:lvl3pPr>
            <a:lvl4pPr marL="1371600" indent="0" algn="ctr">
              <a:buNone/>
              <a:defRPr lang="fr-FR" sz="1400"/>
            </a:lvl4pPr>
            <a:lvl5pPr marL="1828800" indent="0" algn="ctr">
              <a:buNone/>
              <a:defRPr lang="fr-FR" sz="1400"/>
            </a:lvl5pPr>
          </a:lstStyle>
          <a:p>
            <a:pPr lvl="0" rtl="0"/>
            <a:r>
              <a:rPr lang="fr-FR" noProof="0"/>
              <a:t>Ajouter du texte ici</a:t>
            </a:r>
          </a:p>
        </p:txBody>
      </p:sp>
      <p:sp>
        <p:nvSpPr>
          <p:cNvPr id="96" name="Espace réservé du texte 63">
            <a:extLst>
              <a:ext uri="{FF2B5EF4-FFF2-40B4-BE49-F238E27FC236}">
                <a16:creationId xmlns:a16="http://schemas.microsoft.com/office/drawing/2014/main" id="{CCA209C9-0DFE-4936-4192-BC3D167ABED8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8361036" y="5857403"/>
            <a:ext cx="1378359" cy="206582"/>
          </a:xfrm>
        </p:spPr>
        <p:txBody>
          <a:bodyPr lIns="0" tIns="0" rIns="0" rtlCol="0">
            <a:noAutofit/>
          </a:bodyPr>
          <a:lstStyle>
            <a:lvl1pPr marL="0" indent="0" algn="ctr">
              <a:buNone/>
              <a:defRPr lang="fr-FR" sz="1000"/>
            </a:lvl1pPr>
            <a:lvl2pPr marL="457200" indent="0" algn="ctr">
              <a:buNone/>
              <a:defRPr lang="fr-FR" sz="1200"/>
            </a:lvl2pPr>
            <a:lvl3pPr marL="914400" indent="0" algn="ctr">
              <a:buNone/>
              <a:defRPr lang="fr-FR" sz="1200"/>
            </a:lvl3pPr>
            <a:lvl4pPr marL="1371600" indent="0" algn="ctr">
              <a:buNone/>
              <a:defRPr lang="fr-FR" sz="1200"/>
            </a:lvl4pPr>
            <a:lvl5pPr marL="1828800" indent="0" algn="ctr">
              <a:buNone/>
              <a:defRPr lang="fr-FR" sz="1200"/>
            </a:lvl5pPr>
          </a:lstStyle>
          <a:p>
            <a:pPr lvl="0" rtl="0"/>
            <a:r>
              <a:rPr lang="fr-FR" noProof="0"/>
              <a:t>Ajouter du texte ici</a:t>
            </a:r>
          </a:p>
        </p:txBody>
      </p:sp>
      <p:sp>
        <p:nvSpPr>
          <p:cNvPr id="63" name="Espace réservé du texte 5">
            <a:extLst>
              <a:ext uri="{FF2B5EF4-FFF2-40B4-BE49-F238E27FC236}">
                <a16:creationId xmlns:a16="http://schemas.microsoft.com/office/drawing/2014/main" id="{89D6F33A-39E4-F20B-73C8-F48B2A375F8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2443" y="2600480"/>
            <a:ext cx="1627632" cy="1618488"/>
          </a:xfrm>
          <a:prstGeom prst="roundRect">
            <a:avLst>
              <a:gd name="adj" fmla="val 17457"/>
            </a:avLst>
          </a:prstGeom>
          <a:solidFill>
            <a:schemeClr val="bg1"/>
          </a:solidFill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73736" rtlCol="0" anchor="t">
            <a:noAutofit/>
          </a:bodyPr>
          <a:lstStyle>
            <a:lvl1pPr marL="0" indent="0" algn="ctr">
              <a:buNone/>
              <a:defRPr lang="fr-FR" sz="1800" b="1" cap="all" baseline="0" dirty="0">
                <a:solidFill>
                  <a:sysClr val="windowText" lastClr="000000"/>
                </a:solidFill>
              </a:defRPr>
            </a:lvl1pPr>
          </a:lstStyle>
          <a:p>
            <a:pPr marL="0" lvl="0" algn="ctr" rtl="0"/>
            <a:r>
              <a:rPr lang="fr-FR" noProof="0"/>
              <a:t>AJOUTER DU TEXTE</a:t>
            </a:r>
          </a:p>
        </p:txBody>
      </p:sp>
      <p:sp>
        <p:nvSpPr>
          <p:cNvPr id="105" name="Espace réservé du texte 97">
            <a:extLst>
              <a:ext uri="{FF2B5EF4-FFF2-40B4-BE49-F238E27FC236}">
                <a16:creationId xmlns:a16="http://schemas.microsoft.com/office/drawing/2014/main" id="{BC978A5E-BA57-D579-B645-8427AD22EA44}"/>
              </a:ext>
            </a:extLst>
          </p:cNvPr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10752251" y="2307353"/>
            <a:ext cx="630936" cy="6309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44450">
            <a:solidFill>
              <a:schemeClr val="tx1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2800" b="1">
                <a:ln w="0">
                  <a:noFill/>
                </a:ln>
                <a:solidFill>
                  <a:schemeClr val="tx1"/>
                </a:solidFill>
              </a:defRPr>
            </a:lvl1pPr>
            <a:lvl2pPr marL="457200" indent="0">
              <a:buNone/>
              <a:defRPr lang="fr-FR" sz="2800"/>
            </a:lvl2pPr>
            <a:lvl3pPr marL="914400" indent="0">
              <a:buNone/>
              <a:defRPr lang="fr-FR" sz="2800"/>
            </a:lvl3pPr>
            <a:lvl4pPr marL="1371600" indent="0">
              <a:buNone/>
              <a:defRPr lang="fr-FR" sz="2800"/>
            </a:lvl4pPr>
            <a:lvl5pPr marL="1828800" indent="0">
              <a:buNone/>
              <a:defRPr lang="fr-FR" sz="2800"/>
            </a:lvl5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75" name="Espace réservé du texte 61">
            <a:extLst>
              <a:ext uri="{FF2B5EF4-FFF2-40B4-BE49-F238E27FC236}">
                <a16:creationId xmlns:a16="http://schemas.microsoft.com/office/drawing/2014/main" id="{B6F832EC-808B-6975-C6A4-504CA92D4C2B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9609126" y="3233383"/>
            <a:ext cx="1280160" cy="475432"/>
          </a:xfrm>
        </p:spPr>
        <p:txBody>
          <a:bodyPr rtlCol="0">
            <a:noAutofit/>
          </a:bodyPr>
          <a:lstStyle>
            <a:lvl1pPr marL="0" indent="0" algn="ctr">
              <a:buNone/>
              <a:defRPr lang="fr-FR" sz="1200"/>
            </a:lvl1pPr>
            <a:lvl2pPr marL="457200" indent="0" algn="ctr">
              <a:buNone/>
              <a:defRPr lang="fr-FR" sz="1400"/>
            </a:lvl2pPr>
            <a:lvl3pPr marL="914400" indent="0" algn="ctr">
              <a:buNone/>
              <a:defRPr lang="fr-FR" sz="1400"/>
            </a:lvl3pPr>
            <a:lvl4pPr marL="1371600" indent="0" algn="ctr">
              <a:buNone/>
              <a:defRPr lang="fr-FR" sz="1400"/>
            </a:lvl4pPr>
            <a:lvl5pPr marL="1828800" indent="0" algn="ctr">
              <a:buNone/>
              <a:defRPr lang="fr-FR" sz="1400"/>
            </a:lvl5pPr>
          </a:lstStyle>
          <a:p>
            <a:pPr lvl="0" rtl="0"/>
            <a:r>
              <a:rPr lang="fr-FR" noProof="0"/>
              <a:t>Ajouter du texte ici</a:t>
            </a:r>
          </a:p>
        </p:txBody>
      </p:sp>
      <p:sp>
        <p:nvSpPr>
          <p:cNvPr id="76" name="Espace réservé du texte 63">
            <a:extLst>
              <a:ext uri="{FF2B5EF4-FFF2-40B4-BE49-F238E27FC236}">
                <a16:creationId xmlns:a16="http://schemas.microsoft.com/office/drawing/2014/main" id="{133A3E42-95A8-F5D9-0568-81B074FC5EBA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9609126" y="3705823"/>
            <a:ext cx="1280160" cy="206582"/>
          </a:xfrm>
        </p:spPr>
        <p:txBody>
          <a:bodyPr lIns="0" tIns="0" rIns="0" rtlCol="0">
            <a:noAutofit/>
          </a:bodyPr>
          <a:lstStyle>
            <a:lvl1pPr marL="0" indent="0" algn="ctr">
              <a:buNone/>
              <a:defRPr lang="fr-FR" sz="1000"/>
            </a:lvl1pPr>
            <a:lvl2pPr marL="457200" indent="0" algn="ctr">
              <a:buNone/>
              <a:defRPr lang="fr-FR" sz="1200"/>
            </a:lvl2pPr>
            <a:lvl3pPr marL="914400" indent="0" algn="ctr">
              <a:buNone/>
              <a:defRPr lang="fr-FR" sz="1200"/>
            </a:lvl3pPr>
            <a:lvl4pPr marL="1371600" indent="0" algn="ctr">
              <a:buNone/>
              <a:defRPr lang="fr-FR" sz="1200"/>
            </a:lvl4pPr>
            <a:lvl5pPr marL="1828800" indent="0" algn="ctr">
              <a:buNone/>
              <a:defRPr lang="fr-FR" sz="1200"/>
            </a:lvl5pPr>
          </a:lstStyle>
          <a:p>
            <a:pPr lvl="0" rtl="0"/>
            <a:r>
              <a:rPr lang="fr-FR" noProof="0"/>
              <a:t>Ajouter du texte ici</a:t>
            </a:r>
          </a:p>
        </p:txBody>
      </p:sp>
      <p:grpSp>
        <p:nvGrpSpPr>
          <p:cNvPr id="111" name="Groupe 110">
            <a:extLst>
              <a:ext uri="{FF2B5EF4-FFF2-40B4-BE49-F238E27FC236}">
                <a16:creationId xmlns:a16="http://schemas.microsoft.com/office/drawing/2014/main" id="{3DF54CD3-BB3E-E782-CD8E-51009C4C9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4788" y="2454293"/>
            <a:ext cx="952774" cy="952774"/>
            <a:chOff x="1439932" y="5704678"/>
            <a:chExt cx="528220" cy="528220"/>
          </a:xfrm>
        </p:grpSpPr>
        <p:sp>
          <p:nvSpPr>
            <p:cNvPr id="112" name="Rounded Rectangle 22">
              <a:extLst>
                <a:ext uri="{FF2B5EF4-FFF2-40B4-BE49-F238E27FC236}">
                  <a16:creationId xmlns:a16="http://schemas.microsoft.com/office/drawing/2014/main" id="{AF537999-FC7A-D972-3F60-688A6E291ABB}"/>
                </a:ext>
              </a:extLst>
            </p:cNvPr>
            <p:cNvSpPr/>
            <p:nvPr/>
          </p:nvSpPr>
          <p:spPr>
            <a:xfrm>
              <a:off x="1584325" y="5946775"/>
              <a:ext cx="231775" cy="25717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</a:lstStyle>
            <a:p>
              <a:pPr algn="ctr" rtl="0"/>
              <a:endParaRPr lang="fr-FR" noProof="0"/>
            </a:p>
          </p:txBody>
        </p:sp>
        <p:pic>
          <p:nvPicPr>
            <p:cNvPr id="113" name="Graphisme 112" descr="Contour du bécher">
              <a:extLst>
                <a:ext uri="{FF2B5EF4-FFF2-40B4-BE49-F238E27FC236}">
                  <a16:creationId xmlns:a16="http://schemas.microsoft.com/office/drawing/2014/main" id="{0B68F278-EA7A-A028-E6FE-49BCB80C02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39932" y="5704678"/>
              <a:ext cx="528220" cy="528220"/>
            </a:xfrm>
            <a:prstGeom prst="rect">
              <a:avLst/>
            </a:prstGeom>
          </p:spPr>
        </p:pic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DA472485-8431-4413-76EE-E60ECE8C4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664150" y="3684053"/>
            <a:ext cx="952774" cy="952774"/>
            <a:chOff x="2951231" y="3465853"/>
            <a:chExt cx="528220" cy="528220"/>
          </a:xfrm>
        </p:grpSpPr>
        <p:sp>
          <p:nvSpPr>
            <p:cNvPr id="26" name="Triangle 25">
              <a:extLst>
                <a:ext uri="{FF2B5EF4-FFF2-40B4-BE49-F238E27FC236}">
                  <a16:creationId xmlns:a16="http://schemas.microsoft.com/office/drawing/2014/main" id="{E67F9920-7336-E2C5-FDBA-ED51BB31268E}"/>
                </a:ext>
              </a:extLst>
            </p:cNvPr>
            <p:cNvSpPr/>
            <p:nvPr/>
          </p:nvSpPr>
          <p:spPr>
            <a:xfrm>
              <a:off x="3117064" y="3719958"/>
              <a:ext cx="196553" cy="24110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</a:lstStyle>
            <a:p>
              <a:pPr algn="ctr" rtl="0"/>
              <a:endParaRPr lang="fr-FR" noProof="0"/>
            </a:p>
          </p:txBody>
        </p:sp>
        <p:pic>
          <p:nvPicPr>
            <p:cNvPr id="27" name="Graphisme 26" descr="Contour de la fiole">
              <a:extLst>
                <a:ext uri="{FF2B5EF4-FFF2-40B4-BE49-F238E27FC236}">
                  <a16:creationId xmlns:a16="http://schemas.microsoft.com/office/drawing/2014/main" id="{F4815F2C-6ED5-865C-6B4B-80AFD725C0B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951231" y="3465853"/>
              <a:ext cx="528220" cy="528220"/>
            </a:xfrm>
            <a:prstGeom prst="rect">
              <a:avLst/>
            </a:prstGeom>
          </p:spPr>
        </p:pic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71EE792B-79B1-50C3-343A-E3F4D5402B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938315" y="1480066"/>
            <a:ext cx="952774" cy="952774"/>
            <a:chOff x="4289303" y="1663393"/>
            <a:chExt cx="528220" cy="528220"/>
          </a:xfrm>
        </p:grpSpPr>
        <p:sp>
          <p:nvSpPr>
            <p:cNvPr id="29" name="Triangle 28">
              <a:extLst>
                <a:ext uri="{FF2B5EF4-FFF2-40B4-BE49-F238E27FC236}">
                  <a16:creationId xmlns:a16="http://schemas.microsoft.com/office/drawing/2014/main" id="{F8552807-4426-A927-ECE6-5AC796EC0C35}"/>
                </a:ext>
              </a:extLst>
            </p:cNvPr>
            <p:cNvSpPr/>
            <p:nvPr/>
          </p:nvSpPr>
          <p:spPr>
            <a:xfrm>
              <a:off x="4413250" y="1775103"/>
              <a:ext cx="174625" cy="14605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</a:lstStyle>
            <a:p>
              <a:pPr algn="ctr" rtl="0"/>
              <a:endParaRPr lang="fr-FR" noProof="0"/>
            </a:p>
          </p:txBody>
        </p:sp>
        <p:pic>
          <p:nvPicPr>
            <p:cNvPr id="30" name="Graphisme 29" descr="Contour des montagnes">
              <a:extLst>
                <a:ext uri="{FF2B5EF4-FFF2-40B4-BE49-F238E27FC236}">
                  <a16:creationId xmlns:a16="http://schemas.microsoft.com/office/drawing/2014/main" id="{DAB608FC-C0B8-B163-AE89-433F36BD1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89303" y="1663393"/>
              <a:ext cx="528220" cy="528220"/>
            </a:xfrm>
            <a:prstGeom prst="rect">
              <a:avLst/>
            </a:prstGeom>
          </p:spPr>
        </p:pic>
      </p:grp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D99B50B6-EFD7-4DFA-6C2D-453341A8D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622277" y="5047462"/>
            <a:ext cx="805762" cy="805762"/>
            <a:chOff x="4622277" y="5047462"/>
            <a:chExt cx="805762" cy="805762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5628EA7-1F58-28ED-D2BF-911EDFF9C1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682503" y="5096114"/>
              <a:ext cx="708759" cy="70875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</a:lstStyle>
            <a:p>
              <a:pPr algn="ctr" rtl="0"/>
              <a:endParaRPr lang="fr-FR" noProof="0"/>
            </a:p>
          </p:txBody>
        </p:sp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B4B798C8-1467-0056-A809-6782DE79A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4622277" y="5047462"/>
              <a:ext cx="805762" cy="805762"/>
              <a:chOff x="4754023" y="5074814"/>
              <a:chExt cx="528220" cy="5282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0B213240-4F8D-98CD-565D-2EC9BEDADC1B}"/>
                  </a:ext>
                </a:extLst>
              </p:cNvPr>
              <p:cNvSpPr/>
              <p:nvPr/>
            </p:nvSpPr>
            <p:spPr>
              <a:xfrm>
                <a:off x="4997450" y="5334000"/>
                <a:ext cx="47625" cy="4762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fr-FR"/>
                </a:defPPr>
              </a:lstStyle>
              <a:p>
                <a:pPr algn="ctr" rtl="0"/>
                <a:endParaRPr lang="fr-FR" noProof="0"/>
              </a:p>
            </p:txBody>
          </p:sp>
          <p:pic>
            <p:nvPicPr>
              <p:cNvPr id="21" name="Graphisme 20" descr="Contour du chronomètre à 50 %">
                <a:extLst>
                  <a:ext uri="{FF2B5EF4-FFF2-40B4-BE49-F238E27FC236}">
                    <a16:creationId xmlns:a16="http://schemas.microsoft.com/office/drawing/2014/main" id="{46885AC9-7CD3-8BC1-E57A-61B4E8C1E1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4754023" y="5074814"/>
                <a:ext cx="528220" cy="528220"/>
              </a:xfrm>
              <a:prstGeom prst="rect">
                <a:avLst/>
              </a:prstGeom>
            </p:spPr>
          </p:pic>
        </p:grp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63C61C0D-B53E-B284-0E62-9A7696BD9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561140" y="3547070"/>
            <a:ext cx="952774" cy="991627"/>
            <a:chOff x="6561140" y="3547070"/>
            <a:chExt cx="952774" cy="991627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ED6A410-8C78-CE05-2EF9-C9A68C64C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681053" y="3547070"/>
              <a:ext cx="708759" cy="70875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</a:lstStyle>
            <a:p>
              <a:pPr algn="ctr" rtl="0"/>
              <a:endParaRPr lang="fr-FR" noProof="0"/>
            </a:p>
          </p:txBody>
        </p:sp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2BA5654A-7FC5-4977-C6AD-476320F5D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6561140" y="3585923"/>
              <a:ext cx="952774" cy="952774"/>
              <a:chOff x="6747063" y="4036055"/>
              <a:chExt cx="528220" cy="528220"/>
            </a:xfrm>
          </p:grpSpPr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C21946C9-9EAF-4B63-599A-FC4E42672D69}"/>
                  </a:ext>
                </a:extLst>
              </p:cNvPr>
              <p:cNvSpPr/>
              <p:nvPr/>
            </p:nvSpPr>
            <p:spPr>
              <a:xfrm>
                <a:off x="6943725" y="4137025"/>
                <a:ext cx="139700" cy="1524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fr-FR"/>
                </a:defPPr>
              </a:lstStyle>
              <a:p>
                <a:pPr algn="ctr" rtl="0"/>
                <a:endParaRPr lang="fr-FR" noProof="0"/>
              </a:p>
            </p:txBody>
          </p:sp>
          <p:pic>
            <p:nvPicPr>
              <p:cNvPr id="17" name="Graphisme 16" descr="Contour de l’astronaute de sexe masculin">
                <a:extLst>
                  <a:ext uri="{FF2B5EF4-FFF2-40B4-BE49-F238E27FC236}">
                    <a16:creationId xmlns:a16="http://schemas.microsoft.com/office/drawing/2014/main" id="{669C584F-84D8-2E01-04A5-78685124A4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6747063" y="4036055"/>
                <a:ext cx="528220" cy="528220"/>
              </a:xfrm>
              <a:prstGeom prst="rect">
                <a:avLst/>
              </a:prstGeom>
            </p:spPr>
          </p:pic>
        </p:grpSp>
      </p:grp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6149857E-2F60-360F-AF5E-6E21997C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89572" y="1815518"/>
            <a:ext cx="952774" cy="1002186"/>
            <a:chOff x="7989572" y="1815518"/>
            <a:chExt cx="952774" cy="1002186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7A2D96D-82E4-1EE2-0409-4CDEBEA417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156791" y="1815518"/>
              <a:ext cx="549989" cy="9527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</a:lstStyle>
            <a:p>
              <a:pPr algn="ctr" rtl="0"/>
              <a:endParaRPr lang="fr-FR" noProof="0"/>
            </a:p>
          </p:txBody>
        </p: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0251065B-A02E-6D16-E39C-A8CDAB7272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7989572" y="1864930"/>
              <a:ext cx="952774" cy="952774"/>
              <a:chOff x="8184330" y="2237414"/>
              <a:chExt cx="528220" cy="528220"/>
            </a:xfrm>
          </p:grpSpPr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0E3875A7-721F-9D93-6152-34CD9E51E351}"/>
                  </a:ext>
                </a:extLst>
              </p:cNvPr>
              <p:cNvSpPr/>
              <p:nvPr/>
            </p:nvSpPr>
            <p:spPr>
              <a:xfrm>
                <a:off x="8375754" y="2552075"/>
                <a:ext cx="146154" cy="10867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fr-FR"/>
                </a:defPPr>
              </a:lstStyle>
              <a:p>
                <a:pPr algn="ctr" rtl="0"/>
                <a:endParaRPr lang="fr-FR" noProof="0"/>
              </a:p>
            </p:txBody>
          </p:sp>
          <p:pic>
            <p:nvPicPr>
              <p:cNvPr id="43" name="Graphisme 42" descr="Contour de l’ampoule fluorescente">
                <a:extLst>
                  <a:ext uri="{FF2B5EF4-FFF2-40B4-BE49-F238E27FC236}">
                    <a16:creationId xmlns:a16="http://schemas.microsoft.com/office/drawing/2014/main" id="{AAAAD4CF-FEF8-CD94-C24A-F58B69EA74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8184330" y="2237414"/>
                <a:ext cx="528220" cy="528220"/>
              </a:xfrm>
              <a:prstGeom prst="rect">
                <a:avLst/>
              </a:prstGeom>
            </p:spPr>
          </p:pic>
        </p:grpSp>
      </p:grp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EBAAFE76-32E1-9AFA-B10F-10B6FF9B1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40613" y="1492493"/>
            <a:ext cx="952774" cy="952774"/>
            <a:chOff x="11298880" y="3198881"/>
            <a:chExt cx="528220" cy="528220"/>
          </a:xfrm>
        </p:grpSpPr>
        <p:sp>
          <p:nvSpPr>
            <p:cNvPr id="37" name="Triangle 36">
              <a:extLst>
                <a:ext uri="{FF2B5EF4-FFF2-40B4-BE49-F238E27FC236}">
                  <a16:creationId xmlns:a16="http://schemas.microsoft.com/office/drawing/2014/main" id="{7EC20B07-2082-1525-F73C-72C3AEFD7AEF}"/>
                </a:ext>
              </a:extLst>
            </p:cNvPr>
            <p:cNvSpPr/>
            <p:nvPr/>
          </p:nvSpPr>
          <p:spPr>
            <a:xfrm rot="2647120">
              <a:off x="11709901" y="3241598"/>
              <a:ext cx="89654" cy="5344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</a:lstStyle>
            <a:p>
              <a:pPr algn="ctr" rtl="0"/>
              <a:endParaRPr lang="fr-FR" noProof="0"/>
            </a:p>
          </p:txBody>
        </p:sp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30A6CB04-7F44-2656-B5C0-BA19CF4A55EF}"/>
                </a:ext>
              </a:extLst>
            </p:cNvPr>
            <p:cNvGrpSpPr/>
            <p:nvPr/>
          </p:nvGrpSpPr>
          <p:grpSpPr>
            <a:xfrm>
              <a:off x="11298880" y="3198881"/>
              <a:ext cx="528220" cy="528220"/>
              <a:chOff x="11298880" y="3198881"/>
              <a:chExt cx="528220" cy="528220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DDE88159-7C0D-0ECA-4691-159E9F72B0C3}"/>
                  </a:ext>
                </a:extLst>
              </p:cNvPr>
              <p:cNvSpPr/>
              <p:nvPr/>
            </p:nvSpPr>
            <p:spPr>
              <a:xfrm>
                <a:off x="11623675" y="3327400"/>
                <a:ext cx="73025" cy="7302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fr-FR"/>
                </a:defPPr>
              </a:lstStyle>
              <a:p>
                <a:pPr algn="ctr" rtl="0"/>
                <a:endParaRPr lang="fr-FR" noProof="0"/>
              </a:p>
            </p:txBody>
          </p:sp>
          <p:pic>
            <p:nvPicPr>
              <p:cNvPr id="40" name="Graphisme 39" descr="Contour de la fusée">
                <a:extLst>
                  <a:ext uri="{FF2B5EF4-FFF2-40B4-BE49-F238E27FC236}">
                    <a16:creationId xmlns:a16="http://schemas.microsoft.com/office/drawing/2014/main" id="{31D8AE9C-6DAE-18D0-4E11-D1847BFA33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298880" y="3198881"/>
                <a:ext cx="528220" cy="528220"/>
              </a:xfrm>
              <a:prstGeom prst="rect">
                <a:avLst/>
              </a:prstGeom>
            </p:spPr>
          </p:pic>
        </p:grp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3E151E43-388D-1379-0C86-3B16B7D21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415559" y="4602158"/>
            <a:ext cx="952774" cy="952774"/>
            <a:chOff x="8712550" y="4007070"/>
            <a:chExt cx="528220" cy="52822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684B467-F2BC-E2CA-C1D8-58E2B8928DE0}"/>
                </a:ext>
              </a:extLst>
            </p:cNvPr>
            <p:cNvSpPr/>
            <p:nvPr/>
          </p:nvSpPr>
          <p:spPr>
            <a:xfrm>
              <a:off x="9051925" y="4200525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</a:lstStyle>
            <a:p>
              <a:pPr algn="ctr" rtl="0"/>
              <a:endParaRPr lang="fr-FR" noProof="0"/>
            </a:p>
          </p:txBody>
        </p:sp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FC8A76DE-D6B4-E7E8-9BFC-5047FA2FBC9E}"/>
                </a:ext>
              </a:extLst>
            </p:cNvPr>
            <p:cNvGrpSpPr/>
            <p:nvPr/>
          </p:nvGrpSpPr>
          <p:grpSpPr>
            <a:xfrm>
              <a:off x="8712550" y="4007070"/>
              <a:ext cx="528220" cy="528220"/>
              <a:chOff x="8712550" y="4007070"/>
              <a:chExt cx="528220" cy="528220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F7CB0088-71D9-B173-01F3-643D37EA15A1}"/>
                  </a:ext>
                </a:extLst>
              </p:cNvPr>
              <p:cNvSpPr/>
              <p:nvPr/>
            </p:nvSpPr>
            <p:spPr>
              <a:xfrm>
                <a:off x="8858250" y="4162425"/>
                <a:ext cx="123825" cy="12382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fr-FR"/>
                </a:defPPr>
              </a:lstStyle>
              <a:p>
                <a:pPr algn="ctr" rtl="0"/>
                <a:endParaRPr lang="fr-FR" noProof="0"/>
              </a:p>
            </p:txBody>
          </p:sp>
          <p:pic>
            <p:nvPicPr>
              <p:cNvPr id="35" name="Graphisme 34" descr="Contour du mannequin d’essai">
                <a:extLst>
                  <a:ext uri="{FF2B5EF4-FFF2-40B4-BE49-F238E27FC236}">
                    <a16:creationId xmlns:a16="http://schemas.microsoft.com/office/drawing/2014/main" id="{FFF4E145-FBE6-1035-8727-3E5365516D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8712550" y="4007070"/>
                <a:ext cx="528220" cy="528220"/>
              </a:xfrm>
              <a:prstGeom prst="rect">
                <a:avLst/>
              </a:prstGeom>
            </p:spPr>
          </p:pic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09AD1300-26B6-4618-9923-C9763BEA8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77629" y="1323744"/>
            <a:ext cx="11401345" cy="4795500"/>
            <a:chOff x="177629" y="1323744"/>
            <a:chExt cx="11401345" cy="4795500"/>
          </a:xfrm>
        </p:grpSpPr>
        <p:grpSp>
          <p:nvGrpSpPr>
            <p:cNvPr id="196" name="Groupe 195">
              <a:extLst>
                <a:ext uri="{FF2B5EF4-FFF2-40B4-BE49-F238E27FC236}">
                  <a16:creationId xmlns:a16="http://schemas.microsoft.com/office/drawing/2014/main" id="{191DB388-8AE6-D27E-EE45-54AE4D407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177629" y="4491478"/>
              <a:ext cx="301769" cy="301769"/>
              <a:chOff x="177629" y="4485128"/>
              <a:chExt cx="301769" cy="301769"/>
            </a:xfrm>
          </p:grpSpPr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A53DBD0A-368E-A0FF-F28C-D20A7ED52A21}"/>
                  </a:ext>
                </a:extLst>
              </p:cNvPr>
              <p:cNvSpPr/>
              <p:nvPr userDrawn="1"/>
            </p:nvSpPr>
            <p:spPr>
              <a:xfrm>
                <a:off x="177629" y="4485128"/>
                <a:ext cx="301769" cy="301769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fr-FR"/>
                </a:defPPr>
              </a:lstStyle>
              <a:p>
                <a:pPr algn="ctr" rtl="0"/>
                <a:endParaRPr lang="fr-FR" noProof="0"/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7AD83492-28D3-6EE9-3E89-83AFC92038C7}"/>
                  </a:ext>
                </a:extLst>
              </p:cNvPr>
              <p:cNvSpPr/>
              <p:nvPr userDrawn="1"/>
            </p:nvSpPr>
            <p:spPr>
              <a:xfrm>
                <a:off x="246567" y="4558634"/>
                <a:ext cx="165100" cy="1651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fr-FR"/>
                </a:defPPr>
              </a:lstStyle>
              <a:p>
                <a:pPr algn="ctr" rtl="0"/>
                <a:endParaRPr lang="fr-FR" noProof="0"/>
              </a:p>
            </p:txBody>
          </p:sp>
        </p:grpSp>
        <p:grpSp>
          <p:nvGrpSpPr>
            <p:cNvPr id="200" name="Groupe 199">
              <a:extLst>
                <a:ext uri="{FF2B5EF4-FFF2-40B4-BE49-F238E27FC236}">
                  <a16:creationId xmlns:a16="http://schemas.microsoft.com/office/drawing/2014/main" id="{C9EDB943-E93A-7686-9CD5-D347DCEB1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3840437" y="1323744"/>
              <a:ext cx="301769" cy="301769"/>
              <a:chOff x="177629" y="4485128"/>
              <a:chExt cx="301769" cy="301769"/>
            </a:xfrm>
          </p:grpSpPr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05C43D67-C50C-4951-E374-5EB39BCFEE06}"/>
                  </a:ext>
                </a:extLst>
              </p:cNvPr>
              <p:cNvSpPr/>
              <p:nvPr userDrawn="1"/>
            </p:nvSpPr>
            <p:spPr>
              <a:xfrm>
                <a:off x="177629" y="4485128"/>
                <a:ext cx="301769" cy="301769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fr-FR"/>
                </a:defPPr>
              </a:lstStyle>
              <a:p>
                <a:pPr algn="ctr" rtl="0"/>
                <a:endParaRPr lang="fr-FR" noProof="0"/>
              </a:p>
            </p:txBody>
          </p:sp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36F888DD-164A-602B-6C03-391875003382}"/>
                  </a:ext>
                </a:extLst>
              </p:cNvPr>
              <p:cNvSpPr/>
              <p:nvPr userDrawn="1"/>
            </p:nvSpPr>
            <p:spPr>
              <a:xfrm>
                <a:off x="246567" y="4558634"/>
                <a:ext cx="165100" cy="1651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fr-FR"/>
                </a:defPPr>
              </a:lstStyle>
              <a:p>
                <a:pPr algn="ctr" rtl="0"/>
                <a:endParaRPr lang="fr-FR" noProof="0"/>
              </a:p>
            </p:txBody>
          </p:sp>
        </p:grpSp>
        <p:grpSp>
          <p:nvGrpSpPr>
            <p:cNvPr id="203" name="Groupe 202">
              <a:extLst>
                <a:ext uri="{FF2B5EF4-FFF2-40B4-BE49-F238E27FC236}">
                  <a16:creationId xmlns:a16="http://schemas.microsoft.com/office/drawing/2014/main" id="{A1398F04-4324-B068-362D-86BADA8CE2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4866228" y="5817475"/>
              <a:ext cx="301769" cy="301769"/>
              <a:chOff x="177629" y="4485128"/>
              <a:chExt cx="301769" cy="301769"/>
            </a:xfrm>
          </p:grpSpPr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64313864-DCAC-8C56-BC93-C2E9D7175F28}"/>
                  </a:ext>
                </a:extLst>
              </p:cNvPr>
              <p:cNvSpPr/>
              <p:nvPr userDrawn="1"/>
            </p:nvSpPr>
            <p:spPr>
              <a:xfrm>
                <a:off x="177629" y="4485128"/>
                <a:ext cx="301769" cy="301769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fr-FR"/>
                </a:defPPr>
              </a:lstStyle>
              <a:p>
                <a:pPr algn="ctr" rtl="0"/>
                <a:endParaRPr lang="fr-FR" noProof="0"/>
              </a:p>
            </p:txBody>
          </p: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F2E03A96-264C-9B16-02A7-AB662FAF753B}"/>
                  </a:ext>
                </a:extLst>
              </p:cNvPr>
              <p:cNvSpPr/>
              <p:nvPr userDrawn="1"/>
            </p:nvSpPr>
            <p:spPr>
              <a:xfrm>
                <a:off x="246567" y="4558634"/>
                <a:ext cx="165100" cy="1651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fr-FR"/>
                </a:defPPr>
              </a:lstStyle>
              <a:p>
                <a:pPr algn="ctr" rtl="0"/>
                <a:endParaRPr lang="fr-FR" noProof="0"/>
              </a:p>
            </p:txBody>
          </p:sp>
        </p:grpSp>
        <p:grpSp>
          <p:nvGrpSpPr>
            <p:cNvPr id="206" name="Groupe 205">
              <a:extLst>
                <a:ext uri="{FF2B5EF4-FFF2-40B4-BE49-F238E27FC236}">
                  <a16:creationId xmlns:a16="http://schemas.microsoft.com/office/drawing/2014/main" id="{558FF337-DCBF-E18A-612C-6FAC8AA7FC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748446" y="2579010"/>
              <a:ext cx="301769" cy="301769"/>
              <a:chOff x="177629" y="4485128"/>
              <a:chExt cx="301769" cy="301769"/>
            </a:xfrm>
          </p:grpSpPr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C7C00316-C72E-9B3C-82C8-DC629EB6B01E}"/>
                  </a:ext>
                </a:extLst>
              </p:cNvPr>
              <p:cNvSpPr/>
              <p:nvPr userDrawn="1"/>
            </p:nvSpPr>
            <p:spPr>
              <a:xfrm>
                <a:off x="177629" y="4485128"/>
                <a:ext cx="301769" cy="301769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fr-FR"/>
                </a:defPPr>
              </a:lstStyle>
              <a:p>
                <a:pPr algn="ctr" rtl="0"/>
                <a:endParaRPr lang="fr-FR" noProof="0"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65D02F47-AFC8-498E-83E7-8CE50A21ABA7}"/>
                  </a:ext>
                </a:extLst>
              </p:cNvPr>
              <p:cNvSpPr/>
              <p:nvPr userDrawn="1"/>
            </p:nvSpPr>
            <p:spPr>
              <a:xfrm>
                <a:off x="246567" y="4558634"/>
                <a:ext cx="165100" cy="1651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fr-FR"/>
                </a:defPPr>
              </a:lstStyle>
              <a:p>
                <a:pPr algn="ctr" rtl="0"/>
                <a:endParaRPr lang="fr-FR" noProof="0"/>
              </a:p>
            </p:txBody>
          </p:sp>
        </p:grpSp>
        <p:grpSp>
          <p:nvGrpSpPr>
            <p:cNvPr id="209" name="Groupe 208">
              <a:extLst>
                <a:ext uri="{FF2B5EF4-FFF2-40B4-BE49-F238E27FC236}">
                  <a16:creationId xmlns:a16="http://schemas.microsoft.com/office/drawing/2014/main" id="{625E5C35-EC87-4623-6A74-C2C555578E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11277205" y="1774315"/>
              <a:ext cx="301769" cy="301769"/>
              <a:chOff x="177629" y="4485128"/>
              <a:chExt cx="301769" cy="301769"/>
            </a:xfrm>
          </p:grpSpPr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83634796-B5E9-6A3D-F3ED-093E1E473DBD}"/>
                  </a:ext>
                </a:extLst>
              </p:cNvPr>
              <p:cNvSpPr/>
              <p:nvPr userDrawn="1"/>
            </p:nvSpPr>
            <p:spPr>
              <a:xfrm>
                <a:off x="177629" y="4485128"/>
                <a:ext cx="301769" cy="301769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fr-FR"/>
                </a:defPPr>
              </a:lstStyle>
              <a:p>
                <a:pPr algn="ctr" rtl="0"/>
                <a:endParaRPr lang="fr-FR" noProof="0"/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61D37696-FE84-D547-9323-A142EB361F1D}"/>
                  </a:ext>
                </a:extLst>
              </p:cNvPr>
              <p:cNvSpPr/>
              <p:nvPr userDrawn="1"/>
            </p:nvSpPr>
            <p:spPr>
              <a:xfrm>
                <a:off x="246567" y="4558634"/>
                <a:ext cx="165100" cy="1651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fr-FR"/>
                </a:defPPr>
              </a:lstStyle>
              <a:p>
                <a:pPr algn="ctr" rtl="0"/>
                <a:endParaRPr lang="fr-FR" noProof="0"/>
              </a:p>
            </p:txBody>
          </p:sp>
        </p:grp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51AF843-DA06-6016-4B8C-21A2FCEBD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35858" y="1807123"/>
              <a:ext cx="185620" cy="18562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</a:lstStyle>
            <a:p>
              <a:pPr algn="ctr" rtl="0"/>
              <a:endParaRPr lang="fr-FR" noProof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C4B75F1-72BF-3E5E-0873-D2DD25B5C2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084045" y="3210780"/>
              <a:ext cx="185620" cy="18562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</a:lstStyle>
            <a:p>
              <a:pPr algn="ctr" rtl="0"/>
              <a:endParaRPr lang="fr-FR" noProof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2889E39-C57E-12AE-4D30-32EFAA08FE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293387" y="5819412"/>
              <a:ext cx="185620" cy="18562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</a:lstStyle>
            <a:p>
              <a:pPr algn="ctr" rtl="0"/>
              <a:endParaRPr lang="fr-FR" noProof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F5C2B1A-E152-E79C-52FC-D79C44C8D1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051341" y="5849417"/>
              <a:ext cx="185620" cy="18562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</a:lstStyle>
            <a:p>
              <a:pPr algn="ctr" rtl="0"/>
              <a:endParaRPr lang="fr-FR" noProof="0"/>
            </a:p>
          </p:txBody>
        </p:sp>
      </p:grpSp>
    </p:spTree>
    <p:extLst>
      <p:ext uri="{BB962C8B-B14F-4D97-AF65-F5344CB8AC3E}">
        <p14:creationId xmlns:p14="http://schemas.microsoft.com/office/powerpoint/2010/main" val="9413776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2CAAF2-4391-4D22-4D28-73FC155CE4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>
              <a:defRPr lang="fr-FR" sz="6000" b="1" cap="all" baseline="0"/>
            </a:lvl1pPr>
          </a:lstStyle>
          <a:p>
            <a:pPr rtl="0"/>
            <a:r>
              <a:rPr lang="fr-FR"/>
              <a:t>Ajouter le titre ici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1F9B94C-4E4F-A9F5-310C-96D87547E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fr-FR">
                <a:solidFill>
                  <a:schemeClr val="tx1"/>
                </a:solidFill>
              </a:defRPr>
            </a:lvl1pPr>
          </a:lstStyle>
          <a:p>
            <a:fld id="{E175533A-DB89-465F-887B-16382B001F5E}" type="datetime1">
              <a:rPr lang="fr-FR" smtClean="0"/>
              <a:pPr/>
              <a:t>26/01/2026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3AD04F2-8D87-424E-476E-4550A8E11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lang="fr-FR">
                <a:solidFill>
                  <a:schemeClr val="tx1"/>
                </a:solidFill>
              </a:defRPr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39D928E-833B-E648-1A99-D48A0A648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solidFill>
                  <a:schemeClr val="tx1"/>
                </a:solidFill>
              </a:defRPr>
            </a:lvl1pPr>
          </a:lstStyle>
          <a:p>
            <a:pPr rtl="0"/>
            <a:fld id="{0B51CF0B-774C-A54F-947A-43C7FDD5DE1C}" type="slidenum">
              <a:rPr lang="fr-FR" smtClean="0"/>
              <a:pPr rtl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222371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5D33D97-AA7B-27F1-3DA0-E2CB12AB1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fr-FR">
                <a:solidFill>
                  <a:schemeClr val="tx1"/>
                </a:solidFill>
              </a:defRPr>
            </a:lvl1pPr>
          </a:lstStyle>
          <a:p>
            <a:fld id="{48F8B4CD-C299-4A5B-927C-73CB7583DABC}" type="datetime1">
              <a:rPr lang="fr-FR" smtClean="0"/>
              <a:pPr/>
              <a:t>26/01/2026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2FB8715-846F-5AC0-C89D-3BB9AF86F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lang="fr-FR">
                <a:solidFill>
                  <a:schemeClr val="tx1"/>
                </a:solidFill>
              </a:defRPr>
            </a:lvl1pPr>
          </a:lstStyle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B7611B-A33D-043D-D015-02B5D43E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solidFill>
                  <a:schemeClr val="tx1"/>
                </a:solidFill>
              </a:defRPr>
            </a:lvl1pPr>
          </a:lstStyle>
          <a:p>
            <a:pPr rtl="0"/>
            <a:fld id="{0B51CF0B-774C-A54F-947A-43C7FDD5DE1C}" type="slidenum">
              <a:rPr lang="fr-FR" smtClean="0"/>
              <a:pPr rtl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085263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19523DE-EDF8-7788-695A-E0521C16E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B22370-0DB8-5539-AEC6-9071BC965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64232C-6D76-6C15-D0D8-571B17F09F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5B5922D-4B2D-D14B-8924-B4E3CAEC1707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066FB3-8815-195E-129F-C39D2102E0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F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55B522-8A10-C705-5D29-761D9E9448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fr-F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0B51CF0B-774C-A54F-947A-43C7FDD5DE1C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BA9236-66A0-F2CA-A6A8-A197D3127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075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4" r:id="rId2"/>
    <p:sldLayoutId id="2147483655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11" Type="http://schemas.microsoft.com/office/2007/relationships/hdphoto" Target="../media/hdphoto5.wdp"/><Relationship Id="rId5" Type="http://schemas.openxmlformats.org/officeDocument/2006/relationships/image" Target="../media/image24.png"/><Relationship Id="rId10" Type="http://schemas.openxmlformats.org/officeDocument/2006/relationships/image" Target="../media/image27.png"/><Relationship Id="rId4" Type="http://schemas.microsoft.com/office/2007/relationships/hdphoto" Target="../media/hdphoto2.wdp"/><Relationship Id="rId9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5000/apidocs/" TargetMode="External"/><Relationship Id="rId7" Type="http://schemas.openxmlformats.org/officeDocument/2006/relationships/hyperlink" Target="http://127.0.0.1:5000/colis/clients&#8203;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127.0.0.1:5000/admin/users/add&#8203;" TargetMode="External"/><Relationship Id="rId5" Type="http://schemas.openxmlformats.org/officeDocument/2006/relationships/hyperlink" Target="http://127.0.0.1:5000/api-logout&#8203;" TargetMode="External"/><Relationship Id="rId4" Type="http://schemas.openxmlformats.org/officeDocument/2006/relationships/hyperlink" Target="http://127.0.0.1:5000/api-login&#8203;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1314D48E-A6B9-A93F-F5CE-78253ABF4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B51CF0B-774C-A54F-947A-43C7FDD5DE1C}" type="slidenum">
              <a:rPr lang="fr-FR" smtClean="0"/>
              <a:pPr rtl="0"/>
              <a:t>1</a:t>
            </a:fld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0A21AF-CE25-FC64-4163-C36145620171}"/>
              </a:ext>
            </a:extLst>
          </p:cNvPr>
          <p:cNvSpPr/>
          <p:nvPr/>
        </p:nvSpPr>
        <p:spPr>
          <a:xfrm>
            <a:off x="-2528" y="334"/>
            <a:ext cx="12195352" cy="6862065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F571B74-CD73-5FED-EF69-0DE355D4F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Projet Digicheese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555CBE2-FA7E-C989-0A04-01A1E034060B}"/>
              </a:ext>
            </a:extLst>
          </p:cNvPr>
          <p:cNvSpPr txBox="1">
            <a:spLocks/>
          </p:cNvSpPr>
          <p:nvPr/>
        </p:nvSpPr>
        <p:spPr>
          <a:xfrm>
            <a:off x="844185" y="1451297"/>
            <a:ext cx="10505440" cy="563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defPPr>
              <a:defRPr lang="fr-F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6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/>
              <a:t>Conception d’une API backend</a:t>
            </a:r>
            <a:endParaRPr lang="fr-FR"/>
          </a:p>
        </p:txBody>
      </p:sp>
      <p:pic>
        <p:nvPicPr>
          <p:cNvPr id="3" name="Image 2" descr="Diginamic, école d'informatique en alternance">
            <a:extLst>
              <a:ext uri="{FF2B5EF4-FFF2-40B4-BE49-F238E27FC236}">
                <a16:creationId xmlns:a16="http://schemas.microsoft.com/office/drawing/2014/main" id="{D50D2080-9D63-3E4A-B1B1-3EB20A5171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25623" y="2530859"/>
            <a:ext cx="6919332" cy="1799529"/>
          </a:xfrm>
          <a:prstGeom prst="rect">
            <a:avLst/>
          </a:prstGeom>
          <a:effectLst>
            <a:outerShdw dist="25400" dir="1440000">
              <a:srgbClr val="000000"/>
            </a:outerShdw>
          </a:effec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9B7D3D8-2525-575A-54E9-8D7DC38F680C}"/>
              </a:ext>
            </a:extLst>
          </p:cNvPr>
          <p:cNvSpPr txBox="1"/>
          <p:nvPr/>
        </p:nvSpPr>
        <p:spPr>
          <a:xfrm>
            <a:off x="844666" y="4833096"/>
            <a:ext cx="2942022" cy="1522119"/>
          </a:xfrm>
          <a:prstGeom prst="round2Diag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400" u="sng" cap="all"/>
              <a:t>Groupe 4</a:t>
            </a:r>
            <a:r>
              <a:rPr lang="fr-FR" sz="2400" b="1" cap="all"/>
              <a:t> :</a:t>
            </a:r>
            <a:endParaRPr lang="fr-FR" sz="2400" cap="all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fr-FR" sz="2200" b="1" cap="all"/>
              <a:t>Julien </a:t>
            </a:r>
            <a:r>
              <a:rPr lang="fr-FR" sz="2200" cap="all" err="1"/>
              <a:t>milhau</a:t>
            </a:r>
            <a:r>
              <a:rPr lang="fr-FR" sz="2200" cap="all"/>
              <a:t> </a:t>
            </a:r>
            <a:r>
              <a:rPr lang="fr-FR" sz="2200" cap="all" err="1"/>
              <a:t>villar</a:t>
            </a:r>
            <a:endParaRPr lang="fr-FR" sz="2200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fr-FR" sz="2200" b="1" cap="all"/>
              <a:t>Victor </a:t>
            </a:r>
            <a:r>
              <a:rPr lang="fr-FR" sz="2200" cap="all"/>
              <a:t>ODIN</a:t>
            </a:r>
            <a:endParaRPr lang="en-US" sz="2200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fr-FR" sz="2200" b="1" cap="all"/>
              <a:t>Thibault </a:t>
            </a:r>
            <a:r>
              <a:rPr lang="fr-FR" sz="2200" cap="all"/>
              <a:t>ODOR </a:t>
            </a:r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E6DB24D-BACB-6E6A-9B80-2DEEF1737520}"/>
              </a:ext>
            </a:extLst>
          </p:cNvPr>
          <p:cNvSpPr txBox="1"/>
          <p:nvPr/>
        </p:nvSpPr>
        <p:spPr>
          <a:xfrm>
            <a:off x="7956666" y="5849096"/>
            <a:ext cx="3399222" cy="510778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2400" b="1" cap="all"/>
              <a:t>Lead Dev - 2025/2026 </a:t>
            </a:r>
          </a:p>
        </p:txBody>
      </p:sp>
    </p:spTree>
    <p:extLst>
      <p:ext uri="{BB962C8B-B14F-4D97-AF65-F5344CB8AC3E}">
        <p14:creationId xmlns:p14="http://schemas.microsoft.com/office/powerpoint/2010/main" val="2636153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9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94047-F5C3-FDF9-1DAF-7D0A4528E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38AAFF47-E01B-4A05-6326-B5668F999F14}"/>
              </a:ext>
            </a:extLst>
          </p:cNvPr>
          <p:cNvSpPr/>
          <p:nvPr/>
        </p:nvSpPr>
        <p:spPr>
          <a:xfrm>
            <a:off x="-2528" y="334"/>
            <a:ext cx="12205902" cy="6868978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A4429017-B319-C8C6-5DF4-45E270E5002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616812" y="210332"/>
            <a:ext cx="8963303" cy="950677"/>
          </a:xfrm>
        </p:spPr>
        <p:txBody>
          <a:bodyPr/>
          <a:lstStyle/>
          <a:p>
            <a:r>
              <a:rPr lang="fr-FR" sz="4400"/>
              <a:t>Le projet</a:t>
            </a:r>
            <a:endParaRPr lang="fr-FR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26BEC28C-CA52-4D3B-CECF-1ABF51274BB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1539098" y="6134159"/>
            <a:ext cx="596817" cy="619563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fr-FR"/>
              <a:t> </a:t>
            </a:r>
          </a:p>
        </p:txBody>
      </p:sp>
      <p:sp>
        <p:nvSpPr>
          <p:cNvPr id="5" name="Espace réservé du numéro de diapositive 13">
            <a:extLst>
              <a:ext uri="{FF2B5EF4-FFF2-40B4-BE49-F238E27FC236}">
                <a16:creationId xmlns:a16="http://schemas.microsoft.com/office/drawing/2014/main" id="{24E576FF-4626-9384-F2A3-C8A14B507E66}"/>
              </a:ext>
            </a:extLst>
          </p:cNvPr>
          <p:cNvSpPr txBox="1">
            <a:spLocks/>
          </p:cNvSpPr>
          <p:nvPr/>
        </p:nvSpPr>
        <p:spPr>
          <a:xfrm>
            <a:off x="9170005" y="6304688"/>
            <a:ext cx="2743200" cy="365125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>
            <a:defPPr>
              <a:defRPr lang="fr-FR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B51CF0B-774C-A54F-947A-43C7FDD5DE1C}" type="slidenum">
              <a:rPr lang="fr-FR" sz="2400" b="1" dirty="0" smtClean="0"/>
              <a:pPr algn="r"/>
              <a:t>2</a:t>
            </a:fld>
            <a:endParaRPr lang="fr-FR" sz="2400" b="1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6DF3BD9-DC31-48F9-804D-77EE91938F9C}"/>
              </a:ext>
            </a:extLst>
          </p:cNvPr>
          <p:cNvSpPr txBox="1"/>
          <p:nvPr/>
        </p:nvSpPr>
        <p:spPr>
          <a:xfrm>
            <a:off x="431574" y="1452046"/>
            <a:ext cx="5232854" cy="5215195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 b="1"/>
              <a:t>Contexte </a:t>
            </a:r>
            <a:r>
              <a:rPr lang="fr-FR" sz="2000"/>
              <a:t>: refonte d’un SI </a:t>
            </a:r>
            <a:r>
              <a:rPr lang="fr-FR" sz="2000" err="1"/>
              <a:t>DigiCheese</a:t>
            </a:r>
            <a:r>
              <a:rPr lang="fr-FR" sz="2000"/>
              <a:t> (ancienne appli Access) devenu instable et difficile à maintenir.</a:t>
            </a:r>
            <a:endParaRPr lang="fr-FR"/>
          </a:p>
          <a:p>
            <a:endParaRPr lang="fr-FR" sz="2000"/>
          </a:p>
          <a:p>
            <a:r>
              <a:rPr lang="fr-FR" sz="2000" b="1"/>
              <a:t>But </a:t>
            </a:r>
            <a:r>
              <a:rPr lang="fr-FR" sz="2000"/>
              <a:t>: développer une API backend Python connectée à une base MySQL, testable avec </a:t>
            </a:r>
            <a:r>
              <a:rPr lang="fr-FR" sz="2000" err="1"/>
              <a:t>swagger</a:t>
            </a:r>
            <a:r>
              <a:rPr lang="fr-FR" sz="2000"/>
              <a:t> et pensée pour un futur front.</a:t>
            </a:r>
            <a:endParaRPr lang="fr-FR"/>
          </a:p>
          <a:p>
            <a:endParaRPr lang="fr-FR" sz="2000"/>
          </a:p>
          <a:p>
            <a:r>
              <a:rPr lang="fr-FR" sz="2000" b="1"/>
              <a:t>Approche </a:t>
            </a:r>
            <a:r>
              <a:rPr lang="fr-FR" sz="2000"/>
              <a:t>: application centrée sur les rôles (cumulables) : Admin / Opérateur colis / Opérateur stock. </a:t>
            </a:r>
            <a:endParaRPr lang="fr-FR"/>
          </a:p>
          <a:p>
            <a:endParaRPr lang="fr-FR" sz="2000"/>
          </a:p>
          <a:p>
            <a:r>
              <a:rPr lang="fr-FR" sz="2000" b="1"/>
              <a:t>Attendus </a:t>
            </a:r>
            <a:r>
              <a:rPr lang="fr-FR" sz="2000"/>
              <a:t>: CRUD par acteur + sécurités d’accès, + tests API (</a:t>
            </a:r>
            <a:r>
              <a:rPr lang="fr-FR" sz="2000" err="1"/>
              <a:t>pytest</a:t>
            </a:r>
            <a:r>
              <a:rPr lang="fr-FR" sz="2000"/>
              <a:t>) et documentation.</a:t>
            </a:r>
            <a:endParaRPr lang="fr-FR"/>
          </a:p>
        </p:txBody>
      </p:sp>
      <p:pic>
        <p:nvPicPr>
          <p:cNvPr id="3" name="Image 2" descr="Une image contenant texte, capture d’écran, lettre, Police&#10;&#10;Le contenu généré par l’IA peut être incorrect.">
            <a:extLst>
              <a:ext uri="{FF2B5EF4-FFF2-40B4-BE49-F238E27FC236}">
                <a16:creationId xmlns:a16="http://schemas.microsoft.com/office/drawing/2014/main" id="{FE95022A-3D21-64BC-EE75-A828D4E18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278" y="1361440"/>
            <a:ext cx="2563524" cy="3484880"/>
          </a:xfrm>
          <a:prstGeom prst="round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Image 3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9A184C15-E57E-7E77-C816-575B301963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89" r="-421" b="-5"/>
          <a:stretch>
            <a:fillRect/>
          </a:stretch>
        </p:blipFill>
        <p:spPr>
          <a:xfrm>
            <a:off x="7184492" y="2265680"/>
            <a:ext cx="2553022" cy="3485234"/>
          </a:xfrm>
          <a:prstGeom prst="round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Image 5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C708919C-653E-37C8-2A5B-A11642DA04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828" y="2997200"/>
            <a:ext cx="2671064" cy="3484880"/>
          </a:xfrm>
          <a:prstGeom prst="round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5510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9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94047-F5C3-FDF9-1DAF-7D0A4528E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38AAFF47-E01B-4A05-6326-B5668F999F14}"/>
              </a:ext>
            </a:extLst>
          </p:cNvPr>
          <p:cNvSpPr/>
          <p:nvPr/>
        </p:nvSpPr>
        <p:spPr>
          <a:xfrm>
            <a:off x="-2528" y="334"/>
            <a:ext cx="12205902" cy="6868978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A4429017-B319-C8C6-5DF4-45E270E5002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616812" y="210332"/>
            <a:ext cx="8944718" cy="1424603"/>
          </a:xfrm>
        </p:spPr>
        <p:txBody>
          <a:bodyPr/>
          <a:lstStyle/>
          <a:p>
            <a:r>
              <a:rPr lang="fr-FR" sz="4400"/>
              <a:t>Organisation</a:t>
            </a:r>
            <a:endParaRPr lang="fr-FR"/>
          </a:p>
          <a:p>
            <a:r>
              <a:rPr lang="fr-FR" sz="2800"/>
              <a:t>Répartition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26BEC28C-CA52-4D3B-CECF-1ABF51274BB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1539098" y="6134159"/>
            <a:ext cx="596817" cy="619563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fr-FR"/>
              <a:t> </a:t>
            </a:r>
          </a:p>
        </p:txBody>
      </p:sp>
      <p:sp>
        <p:nvSpPr>
          <p:cNvPr id="5" name="Espace réservé du numéro de diapositive 13">
            <a:extLst>
              <a:ext uri="{FF2B5EF4-FFF2-40B4-BE49-F238E27FC236}">
                <a16:creationId xmlns:a16="http://schemas.microsoft.com/office/drawing/2014/main" id="{24E576FF-4626-9384-F2A3-C8A14B507E66}"/>
              </a:ext>
            </a:extLst>
          </p:cNvPr>
          <p:cNvSpPr txBox="1">
            <a:spLocks/>
          </p:cNvSpPr>
          <p:nvPr/>
        </p:nvSpPr>
        <p:spPr>
          <a:xfrm>
            <a:off x="9190325" y="6304688"/>
            <a:ext cx="2743200" cy="365125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>
            <a:defPPr>
              <a:defRPr lang="fr-FR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B51CF0B-774C-A54F-947A-43C7FDD5DE1C}" type="slidenum">
              <a:rPr lang="fr-FR" sz="2400" b="1" dirty="0" smtClean="0"/>
              <a:pPr algn="r"/>
              <a:t>3</a:t>
            </a:fld>
            <a:endParaRPr lang="fr-FR" sz="2400" b="1"/>
          </a:p>
        </p:txBody>
      </p:sp>
      <p:pic>
        <p:nvPicPr>
          <p:cNvPr id="2" name="Image 1" descr="Une image contenant clipart, illustration, Dessin animé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E26ECAD5-DF5A-03A2-9B58-D575838166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73000"/>
                    </a14:imgEffect>
                    <a14:imgEffect>
                      <a14:brightnessContrast contrast="-1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16336" y="2113334"/>
            <a:ext cx="1846747" cy="2668917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3" name="Image 2" descr="Une image contenant dessin humoristique, clipart, jaune, sourire&#10;&#10;Le contenu généré par l’IA peut être incorrect.">
            <a:extLst>
              <a:ext uri="{FF2B5EF4-FFF2-40B4-BE49-F238E27FC236}">
                <a16:creationId xmlns:a16="http://schemas.microsoft.com/office/drawing/2014/main" id="{C040C696-E408-602D-5BDC-157772FF09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59269" y="2104389"/>
            <a:ext cx="1902677" cy="2695808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4" name="Image 3" descr="Une image contenant clipart, dessin humoristique, illustration, art&#10;&#10;Le contenu généré par l’IA peut être incorrect.">
            <a:extLst>
              <a:ext uri="{FF2B5EF4-FFF2-40B4-BE49-F238E27FC236}">
                <a16:creationId xmlns:a16="http://schemas.microsoft.com/office/drawing/2014/main" id="{95E6C57F-A02B-A59A-4600-A5D227D568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04843" y="2109035"/>
            <a:ext cx="1854122" cy="2714393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6" name="Image 5" descr="Une image contenant logo, créativité&#10;&#10;Le contenu généré par l’IA peut être incorrect.">
            <a:extLst>
              <a:ext uri="{FF2B5EF4-FFF2-40B4-BE49-F238E27FC236}">
                <a16:creationId xmlns:a16="http://schemas.microsoft.com/office/drawing/2014/main" id="{D94DFA9D-070C-39E7-2E7A-E2870699D4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48464" y="1718278"/>
            <a:ext cx="773152" cy="773152"/>
          </a:xfrm>
          <a:prstGeom prst="rect">
            <a:avLst/>
          </a:prstGeom>
          <a:effectLst>
            <a:outerShdw blurRad="50800">
              <a:srgbClr val="000000"/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DB2FADBE-131E-00CB-A284-5350BDA4DC21}"/>
              </a:ext>
            </a:extLst>
          </p:cNvPr>
          <p:cNvSpPr txBox="1"/>
          <p:nvPr/>
        </p:nvSpPr>
        <p:spPr>
          <a:xfrm>
            <a:off x="2377440" y="4246880"/>
            <a:ext cx="10668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2400" b="1">
                <a:latin typeface="Bahnschrift"/>
              </a:rPr>
              <a:t>Julien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CB06BD6-B12B-88C5-979C-97B8F2F2D557}"/>
              </a:ext>
            </a:extLst>
          </p:cNvPr>
          <p:cNvSpPr txBox="1"/>
          <p:nvPr/>
        </p:nvSpPr>
        <p:spPr>
          <a:xfrm>
            <a:off x="5506719" y="4246879"/>
            <a:ext cx="10668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2400" b="1">
                <a:latin typeface="Bahnschrift"/>
              </a:rPr>
              <a:t>Victor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B7B6AAD-8A60-FAEC-ADA9-DFB0D4010281}"/>
              </a:ext>
            </a:extLst>
          </p:cNvPr>
          <p:cNvSpPr txBox="1"/>
          <p:nvPr/>
        </p:nvSpPr>
        <p:spPr>
          <a:xfrm>
            <a:off x="8483598" y="4246878"/>
            <a:ext cx="15341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2400" b="1">
                <a:latin typeface="Bahnschrift"/>
              </a:rPr>
              <a:t>Thibault</a:t>
            </a:r>
            <a:endParaRPr lang="fr-FR">
              <a:latin typeface="Bahnschrift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8ED0F55-34CB-20A2-1C83-94E9603BCD6E}"/>
              </a:ext>
            </a:extLst>
          </p:cNvPr>
          <p:cNvSpPr txBox="1"/>
          <p:nvPr/>
        </p:nvSpPr>
        <p:spPr>
          <a:xfrm>
            <a:off x="1671094" y="4926766"/>
            <a:ext cx="2459174" cy="442674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2000"/>
              <a:t>Routage</a:t>
            </a:r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FE1DA6A-F78F-9BBF-6B84-86FC47E0FF49}"/>
              </a:ext>
            </a:extLst>
          </p:cNvPr>
          <p:cNvSpPr txBox="1"/>
          <p:nvPr/>
        </p:nvSpPr>
        <p:spPr>
          <a:xfrm>
            <a:off x="4810534" y="4926765"/>
            <a:ext cx="2459174" cy="442674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2000"/>
              <a:t>Conception / Test</a:t>
            </a:r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D76DC7E-55AA-05BC-1401-B4865BA43A08}"/>
              </a:ext>
            </a:extLst>
          </p:cNvPr>
          <p:cNvSpPr txBox="1"/>
          <p:nvPr/>
        </p:nvSpPr>
        <p:spPr>
          <a:xfrm>
            <a:off x="8021094" y="4926765"/>
            <a:ext cx="2459174" cy="442674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2000"/>
              <a:t>Modélisation</a:t>
            </a:r>
            <a:endParaRPr lang="fr-FR"/>
          </a:p>
        </p:txBody>
      </p:sp>
      <p:pic>
        <p:nvPicPr>
          <p:cNvPr id="12" name="Image 11" descr="Fichier:Python-logo-notext.svg — Wikipédia">
            <a:extLst>
              <a:ext uri="{FF2B5EF4-FFF2-40B4-BE49-F238E27FC236}">
                <a16:creationId xmlns:a16="http://schemas.microsoft.com/office/drawing/2014/main" id="{5D43586A-230D-4AC8-BD31-80423C96B19F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36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87720" y="1940560"/>
            <a:ext cx="304800" cy="34544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E9CD93E-4D32-E690-B48D-6E93B374BBC9}"/>
              </a:ext>
            </a:extLst>
          </p:cNvPr>
          <p:cNvSpPr txBox="1"/>
          <p:nvPr/>
        </p:nvSpPr>
        <p:spPr>
          <a:xfrm>
            <a:off x="3337334" y="5566844"/>
            <a:ext cx="5517334" cy="1123712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2000" b="1"/>
              <a:t>Tous</a:t>
            </a:r>
          </a:p>
          <a:p>
            <a:pPr algn="ctr"/>
            <a:r>
              <a:rPr lang="fr-FR" sz="2000"/>
              <a:t>GitHub (branches/PR), relecture, intégration, amélioration, refactorisation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9161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9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94047-F5C3-FDF9-1DAF-7D0A4528E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38AAFF47-E01B-4A05-6326-B5668F999F14}"/>
              </a:ext>
            </a:extLst>
          </p:cNvPr>
          <p:cNvSpPr/>
          <p:nvPr/>
        </p:nvSpPr>
        <p:spPr>
          <a:xfrm>
            <a:off x="-2528" y="334"/>
            <a:ext cx="12205902" cy="6868978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A4429017-B319-C8C6-5DF4-45E270E5002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616812" y="210332"/>
            <a:ext cx="8963303" cy="950677"/>
          </a:xfrm>
        </p:spPr>
        <p:txBody>
          <a:bodyPr/>
          <a:lstStyle/>
          <a:p>
            <a:r>
              <a:rPr lang="fr-FR" sz="4400"/>
              <a:t>organisation</a:t>
            </a:r>
            <a:endParaRPr lang="fr-FR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26BEC28C-CA52-4D3B-CECF-1ABF51274BB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1539098" y="6134159"/>
            <a:ext cx="596817" cy="619563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fr-FR"/>
              <a:t> </a:t>
            </a:r>
          </a:p>
        </p:txBody>
      </p:sp>
      <p:sp>
        <p:nvSpPr>
          <p:cNvPr id="5" name="Espace réservé du numéro de diapositive 13">
            <a:extLst>
              <a:ext uri="{FF2B5EF4-FFF2-40B4-BE49-F238E27FC236}">
                <a16:creationId xmlns:a16="http://schemas.microsoft.com/office/drawing/2014/main" id="{24E576FF-4626-9384-F2A3-C8A14B507E66}"/>
              </a:ext>
            </a:extLst>
          </p:cNvPr>
          <p:cNvSpPr txBox="1">
            <a:spLocks/>
          </p:cNvSpPr>
          <p:nvPr/>
        </p:nvSpPr>
        <p:spPr>
          <a:xfrm>
            <a:off x="9190325" y="6304688"/>
            <a:ext cx="2743200" cy="365125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>
            <a:defPPr>
              <a:defRPr lang="fr-FR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B51CF0B-774C-A54F-947A-43C7FDD5DE1C}" type="slidenum">
              <a:rPr lang="fr-FR" sz="2400" b="1" dirty="0" smtClean="0"/>
              <a:pPr algn="r"/>
              <a:t>4</a:t>
            </a:fld>
            <a:endParaRPr lang="fr-FR" sz="2400" b="1"/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C402F801-1559-0D62-1D15-1F8BC7F800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226800"/>
              </p:ext>
            </p:extLst>
          </p:nvPr>
        </p:nvGraphicFramePr>
        <p:xfrm>
          <a:off x="214312" y="2526563"/>
          <a:ext cx="11775024" cy="34656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62504">
                  <a:extLst>
                    <a:ext uri="{9D8B030D-6E8A-4147-A177-3AD203B41FA5}">
                      <a16:colId xmlns:a16="http://schemas.microsoft.com/office/drawing/2014/main" val="211838092"/>
                    </a:ext>
                  </a:extLst>
                </a:gridCol>
                <a:gridCol w="1962504">
                  <a:extLst>
                    <a:ext uri="{9D8B030D-6E8A-4147-A177-3AD203B41FA5}">
                      <a16:colId xmlns:a16="http://schemas.microsoft.com/office/drawing/2014/main" val="1265817978"/>
                    </a:ext>
                  </a:extLst>
                </a:gridCol>
                <a:gridCol w="1962504">
                  <a:extLst>
                    <a:ext uri="{9D8B030D-6E8A-4147-A177-3AD203B41FA5}">
                      <a16:colId xmlns:a16="http://schemas.microsoft.com/office/drawing/2014/main" val="2410862102"/>
                    </a:ext>
                  </a:extLst>
                </a:gridCol>
                <a:gridCol w="1962504">
                  <a:extLst>
                    <a:ext uri="{9D8B030D-6E8A-4147-A177-3AD203B41FA5}">
                      <a16:colId xmlns:a16="http://schemas.microsoft.com/office/drawing/2014/main" val="1595258025"/>
                    </a:ext>
                  </a:extLst>
                </a:gridCol>
                <a:gridCol w="1962504">
                  <a:extLst>
                    <a:ext uri="{9D8B030D-6E8A-4147-A177-3AD203B41FA5}">
                      <a16:colId xmlns:a16="http://schemas.microsoft.com/office/drawing/2014/main" val="1881121429"/>
                    </a:ext>
                  </a:extLst>
                </a:gridCol>
                <a:gridCol w="1962504">
                  <a:extLst>
                    <a:ext uri="{9D8B030D-6E8A-4147-A177-3AD203B41FA5}">
                      <a16:colId xmlns:a16="http://schemas.microsoft.com/office/drawing/2014/main" val="3622120684"/>
                    </a:ext>
                  </a:extLst>
                </a:gridCol>
              </a:tblGrid>
              <a:tr h="631031">
                <a:tc>
                  <a:txBody>
                    <a:bodyPr/>
                    <a:lstStyle/>
                    <a:p>
                      <a:pPr algn="ctr"/>
                      <a:r>
                        <a:rPr lang="fr-FR" b="1"/>
                        <a:t>Mercredi 14</a:t>
                      </a:r>
                    </a:p>
                  </a:txBody>
                  <a:tcPr marL="45720" marR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/>
                        <a:t>Jeudi 15</a:t>
                      </a:r>
                    </a:p>
                  </a:txBody>
                  <a:tcPr marL="45720" marR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/>
                        <a:t>Vendredi 16</a:t>
                      </a:r>
                    </a:p>
                  </a:txBody>
                  <a:tcPr marL="45720" marR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/>
                        <a:t>Dimanche 18</a:t>
                      </a:r>
                    </a:p>
                  </a:txBody>
                  <a:tcPr marL="45720" marR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/>
                        <a:t>Lundi 19</a:t>
                      </a:r>
                    </a:p>
                  </a:txBody>
                  <a:tcPr marL="45720" marR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b="1"/>
                        <a:t>Mardi 20</a:t>
                      </a:r>
                    </a:p>
                  </a:txBody>
                  <a:tcPr marL="45720" marR="4572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408425"/>
                  </a:ext>
                </a:extLst>
              </a:tr>
              <a:tr h="2284008">
                <a:tc>
                  <a:txBody>
                    <a:bodyPr/>
                    <a:lstStyle/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fr-FR" sz="1800" b="1" i="0" u="none" strike="noStrike" baseline="0" noProof="0">
                          <a:solidFill>
                            <a:srgbClr val="000000"/>
                          </a:solidFill>
                          <a:latin typeface="Tw Cen MT"/>
                        </a:rPr>
                        <a:t>Initialisation </a:t>
                      </a:r>
                      <a:r>
                        <a:rPr lang="fr-FR" sz="1800" b="0" i="0" u="none" strike="noStrike" baseline="0" noProof="0">
                          <a:solidFill>
                            <a:srgbClr val="000000"/>
                          </a:solidFill>
                          <a:latin typeface="Tw Cen MT"/>
                        </a:rPr>
                        <a:t>du projet </a:t>
                      </a:r>
                      <a:endParaRPr lang="fr-FR"/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fr-FR" sz="1800" b="0" i="0" u="none" strike="noStrike" baseline="0" noProof="0">
                          <a:solidFill>
                            <a:srgbClr val="000000"/>
                          </a:solidFill>
                          <a:latin typeface="Tw Cen MT"/>
                        </a:rPr>
                        <a:t>Mise en place de la </a:t>
                      </a:r>
                      <a:r>
                        <a:rPr lang="fr-FR" sz="1800" b="1" i="0" u="none" strike="noStrike" baseline="0" noProof="0">
                          <a:solidFill>
                            <a:srgbClr val="000000"/>
                          </a:solidFill>
                          <a:latin typeface="Tw Cen MT"/>
                        </a:rPr>
                        <a:t>structure Flask </a:t>
                      </a:r>
                      <a:endParaRPr lang="fr-FR"/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fr-FR" sz="1800" b="0" i="0" u="none" strike="noStrike" baseline="0" noProof="0">
                          <a:solidFill>
                            <a:srgbClr val="000000"/>
                          </a:solidFill>
                          <a:latin typeface="Tw Cen MT"/>
                        </a:rPr>
                        <a:t>Premières </a:t>
                      </a:r>
                      <a:r>
                        <a:rPr lang="fr-FR" sz="1800" b="1" i="0" u="none" strike="noStrike" baseline="0" noProof="0">
                          <a:solidFill>
                            <a:srgbClr val="000000"/>
                          </a:solidFill>
                          <a:latin typeface="Tw Cen MT"/>
                        </a:rPr>
                        <a:t>routes </a:t>
                      </a:r>
                      <a:r>
                        <a:rPr lang="fr-FR" sz="1800" b="0" i="0" u="none" strike="noStrike" baseline="0" noProof="0">
                          <a:solidFill>
                            <a:srgbClr val="000000"/>
                          </a:solidFill>
                          <a:latin typeface="Tw Cen MT"/>
                        </a:rPr>
                        <a:t>de test (création et authentification).</a:t>
                      </a:r>
                      <a:endParaRPr lang="fr-FR"/>
                    </a:p>
                  </a:txBody>
                  <a:tcPr marL="45720" marR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buFont typeface="Calibri"/>
                        <a:buChar char="-"/>
                      </a:pPr>
                      <a:r>
                        <a:rPr lang="fr-FR" sz="1800" b="1" i="0" u="none" strike="noStrike" baseline="0" noProof="0">
                          <a:solidFill>
                            <a:srgbClr val="000000"/>
                          </a:solidFill>
                          <a:latin typeface="Tw Cen MT"/>
                        </a:rPr>
                        <a:t>Modélisation </a:t>
                      </a:r>
                      <a:r>
                        <a:rPr lang="fr-FR" sz="1800" b="0" i="0" u="none" strike="noStrike" baseline="0" noProof="0">
                          <a:solidFill>
                            <a:srgbClr val="000000"/>
                          </a:solidFill>
                          <a:latin typeface="Tw Cen MT"/>
                        </a:rPr>
                        <a:t>des </a:t>
                      </a:r>
                      <a:r>
                        <a:rPr lang="fr-FR" sz="1800" b="1" i="0" u="none" strike="noStrike" baseline="0" noProof="0">
                          <a:solidFill>
                            <a:srgbClr val="000000"/>
                          </a:solidFill>
                          <a:latin typeface="Tw Cen MT"/>
                        </a:rPr>
                        <a:t>données</a:t>
                      </a:r>
                      <a:r>
                        <a:rPr lang="fr-FR" sz="1800" b="0" i="0" u="none" strike="noStrike" baseline="0" noProof="0">
                          <a:solidFill>
                            <a:srgbClr val="000000"/>
                          </a:solidFill>
                          <a:latin typeface="Tw Cen MT"/>
                        </a:rPr>
                        <a:t> 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Calibri"/>
                        <a:buChar char="-"/>
                      </a:pPr>
                      <a:r>
                        <a:rPr lang="fr-FR" sz="1800" b="0" i="0" u="none" strike="noStrike" baseline="0" noProof="0">
                          <a:solidFill>
                            <a:srgbClr val="000000"/>
                          </a:solidFill>
                          <a:latin typeface="Tw Cen MT"/>
                        </a:rPr>
                        <a:t>Gestion </a:t>
                      </a:r>
                      <a:r>
                        <a:rPr lang="fr-FR" sz="1800" b="1" i="0" u="none" strike="noStrike" baseline="0" noProof="0">
                          <a:solidFill>
                            <a:srgbClr val="000000"/>
                          </a:solidFill>
                          <a:latin typeface="Tw Cen MT"/>
                        </a:rPr>
                        <a:t>authentification </a:t>
                      </a:r>
                      <a:r>
                        <a:rPr lang="fr-FR" sz="1800" b="0" i="0" u="none" strike="noStrike" baseline="0" noProof="0">
                          <a:solidFill>
                            <a:srgbClr val="000000"/>
                          </a:solidFill>
                          <a:latin typeface="Tw Cen MT"/>
                        </a:rPr>
                        <a:t>et rôles utilisateurs </a:t>
                      </a:r>
                      <a:endParaRPr lang="fr-FR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Calibri"/>
                        <a:buChar char="-"/>
                      </a:pPr>
                      <a:r>
                        <a:rPr lang="fr-FR" sz="1800" b="0" i="0" u="none" strike="noStrike" baseline="0" noProof="0">
                          <a:solidFill>
                            <a:srgbClr val="000000"/>
                          </a:solidFill>
                          <a:latin typeface="Tw Cen MT"/>
                        </a:rPr>
                        <a:t>Mise en place de </a:t>
                      </a:r>
                      <a:r>
                        <a:rPr lang="fr-FR" sz="1800" b="1" i="0" u="none" strike="noStrike" baseline="0" noProof="0" err="1">
                          <a:solidFill>
                            <a:srgbClr val="000000"/>
                          </a:solidFill>
                          <a:latin typeface="Tw Cen MT"/>
                        </a:rPr>
                        <a:t>Swagger</a:t>
                      </a:r>
                      <a:r>
                        <a:rPr lang="fr-FR" sz="1800" b="0" i="0" u="none" strike="noStrike" baseline="0" noProof="0">
                          <a:solidFill>
                            <a:srgbClr val="000000"/>
                          </a:solidFill>
                          <a:latin typeface="Tw Cen MT"/>
                        </a:rPr>
                        <a:t>.</a:t>
                      </a:r>
                      <a:endParaRPr lang="fr-FR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/>
                    </a:p>
                    <a:p>
                      <a:pPr lvl="0">
                        <a:buNone/>
                      </a:pPr>
                      <a:endParaRPr lang="fr-FR"/>
                    </a:p>
                  </a:txBody>
                  <a:tcPr marL="45720" marR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Clr>
                          <a:srgbClr val="000000"/>
                        </a:buClr>
                        <a:buFont typeface="Calibri,Sans-Serif"/>
                        <a:buChar char="-"/>
                      </a:pPr>
                      <a:r>
                        <a:rPr lang="fr-FR" sz="1800" b="0" i="0" u="none" strike="noStrike" baseline="0" noProof="0">
                          <a:solidFill>
                            <a:srgbClr val="000000"/>
                          </a:solidFill>
                          <a:latin typeface="Tw Cen MT"/>
                        </a:rPr>
                        <a:t>Repositories</a:t>
                      </a:r>
                      <a:endParaRPr lang="en-US" sz="1800" b="0" i="0" u="none" strike="noStrike" baseline="0" noProof="0">
                        <a:solidFill>
                          <a:srgbClr val="000000"/>
                        </a:solidFill>
                        <a:latin typeface="Tw Cen MT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Calibri"/>
                        <a:buChar char="-"/>
                      </a:pPr>
                      <a:r>
                        <a:rPr lang="fr-FR" sz="1800" b="1" i="0" u="none" strike="noStrike" baseline="0" noProof="0">
                          <a:solidFill>
                            <a:srgbClr val="000000"/>
                          </a:solidFill>
                          <a:latin typeface="Tw Cen MT"/>
                        </a:rPr>
                        <a:t>Implémentation </a:t>
                      </a:r>
                      <a:r>
                        <a:rPr lang="fr-FR" sz="1800" b="0" i="0" u="none" strike="noStrike" baseline="0" noProof="0">
                          <a:solidFill>
                            <a:srgbClr val="000000"/>
                          </a:solidFill>
                          <a:latin typeface="Tw Cen MT"/>
                        </a:rPr>
                        <a:t>des </a:t>
                      </a:r>
                      <a:r>
                        <a:rPr lang="fr-FR" sz="1800" b="1" i="0" u="none" strike="noStrike" baseline="0" noProof="0">
                          <a:solidFill>
                            <a:srgbClr val="000000"/>
                          </a:solidFill>
                          <a:latin typeface="Tw Cen MT"/>
                        </a:rPr>
                        <a:t>repositories </a:t>
                      </a:r>
                      <a:endParaRPr lang="fr-FR" sz="1800" b="0" i="0" u="none" strike="noStrike" baseline="0" noProof="0">
                        <a:solidFill>
                          <a:srgbClr val="000000"/>
                        </a:solidFill>
                        <a:latin typeface="Tw Cen MT"/>
                      </a:endParaRP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fr-FR"/>
                        <a:t>Refactorisation Backend</a:t>
                      </a:r>
                    </a:p>
                  </a:txBody>
                  <a:tcPr marL="45720" marR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alibri"/>
                        <a:buChar char="-"/>
                      </a:pP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Tw Cen MT"/>
                        </a:rPr>
                        <a:t>Refactorisation</a:t>
                      </a:r>
                      <a:endParaRPr lang="fr-FR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alibri"/>
                        <a:buChar char="-"/>
                      </a:pP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Tw Cen MT"/>
                        </a:rPr>
                        <a:t>Absraction</a:t>
                      </a: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Tw Cen MT"/>
                        </a:rPr>
                        <a:t> </a:t>
                      </a: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Tw Cen MT"/>
                        </a:rPr>
                        <a:t>BaseRepository</a:t>
                      </a:r>
                      <a:endParaRPr lang="fr-FR" sz="1800" b="0" i="0" u="none" strike="noStrike" noProof="0">
                        <a:solidFill>
                          <a:srgbClr val="000000"/>
                        </a:solidFill>
                        <a:latin typeface="Tw Cen MT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alibri"/>
                        <a:buChar char="-"/>
                      </a:pP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Tw Cen MT"/>
                        </a:rPr>
                        <a:t>Implémentation tests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alibri"/>
                        <a:buChar char="-"/>
                      </a:pP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Tw Cen MT"/>
                        </a:rPr>
                        <a:t>Stabilisation API</a:t>
                      </a:r>
                    </a:p>
                    <a:p>
                      <a:pPr lvl="0">
                        <a:buNone/>
                      </a:pPr>
                      <a:endParaRPr lang="fr-FR"/>
                    </a:p>
                  </a:txBody>
                  <a:tcPr marL="45720" marR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fr-FR"/>
                        <a:t>Présentation soutenance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fr-FR"/>
                        <a:t>Mise en place tests</a:t>
                      </a:r>
                    </a:p>
                  </a:txBody>
                  <a:tcPr marL="45720" marR="457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fr-FR"/>
                        <a:t>Finalisation des rendus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fr-FR"/>
                        <a:t>Présentation soutenance</a:t>
                      </a:r>
                    </a:p>
                  </a:txBody>
                  <a:tcPr marL="137160" marR="137160" marT="137160" marB="13716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292213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64159111-2A9C-EB5C-AF51-D491D1D5112D}"/>
              </a:ext>
            </a:extLst>
          </p:cNvPr>
          <p:cNvSpPr txBox="1"/>
          <p:nvPr/>
        </p:nvSpPr>
        <p:spPr>
          <a:xfrm>
            <a:off x="2977799" y="1450970"/>
            <a:ext cx="6247136" cy="783193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2000" b="1"/>
              <a:t>Daily meeting pour: Code </a:t>
            </a:r>
            <a:r>
              <a:rPr lang="fr-FR" sz="2000" b="1" err="1"/>
              <a:t>review</a:t>
            </a:r>
            <a:r>
              <a:rPr lang="fr-FR" sz="2000" b="1"/>
              <a:t>, Merge Pull </a:t>
            </a:r>
            <a:r>
              <a:rPr lang="fr-FR" sz="2000" b="1" err="1"/>
              <a:t>Request</a:t>
            </a:r>
            <a:r>
              <a:rPr lang="fr-FR" sz="2000" b="1"/>
              <a:t>, Tâches en cours / A faire</a:t>
            </a:r>
          </a:p>
        </p:txBody>
      </p:sp>
    </p:spTree>
    <p:extLst>
      <p:ext uri="{BB962C8B-B14F-4D97-AF65-F5344CB8AC3E}">
        <p14:creationId xmlns:p14="http://schemas.microsoft.com/office/powerpoint/2010/main" val="2804666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9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94047-F5C3-FDF9-1DAF-7D0A4528E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38AAFF47-E01B-4A05-6326-B5668F999F14}"/>
              </a:ext>
            </a:extLst>
          </p:cNvPr>
          <p:cNvSpPr/>
          <p:nvPr/>
        </p:nvSpPr>
        <p:spPr>
          <a:xfrm>
            <a:off x="-2528" y="334"/>
            <a:ext cx="12205902" cy="6868978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A4429017-B319-C8C6-5DF4-45E270E5002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616812" y="210332"/>
            <a:ext cx="8948757" cy="898826"/>
          </a:xfrm>
        </p:spPr>
        <p:txBody>
          <a:bodyPr/>
          <a:lstStyle/>
          <a:p>
            <a:r>
              <a:rPr lang="fr-FR" sz="4400"/>
              <a:t>Outils utilisés</a:t>
            </a:r>
            <a:endParaRPr lang="fr-FR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26BEC28C-CA52-4D3B-CECF-1ABF51274BB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1539098" y="6134159"/>
            <a:ext cx="596817" cy="619563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fr-FR"/>
              <a:t> </a:t>
            </a:r>
          </a:p>
        </p:txBody>
      </p:sp>
      <p:sp>
        <p:nvSpPr>
          <p:cNvPr id="5" name="Espace réservé du numéro de diapositive 13">
            <a:extLst>
              <a:ext uri="{FF2B5EF4-FFF2-40B4-BE49-F238E27FC236}">
                <a16:creationId xmlns:a16="http://schemas.microsoft.com/office/drawing/2014/main" id="{24E576FF-4626-9384-F2A3-C8A14B507E66}"/>
              </a:ext>
            </a:extLst>
          </p:cNvPr>
          <p:cNvSpPr txBox="1">
            <a:spLocks/>
          </p:cNvSpPr>
          <p:nvPr/>
        </p:nvSpPr>
        <p:spPr>
          <a:xfrm>
            <a:off x="9190325" y="6304688"/>
            <a:ext cx="2743200" cy="365125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>
            <a:defPPr>
              <a:defRPr lang="fr-FR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B51CF0B-774C-A54F-947A-43C7FDD5DE1C}" type="slidenum">
              <a:rPr lang="fr-FR" sz="2400" b="1" dirty="0" smtClean="0"/>
              <a:pPr algn="r"/>
              <a:t>5</a:t>
            </a:fld>
            <a:endParaRPr lang="fr-FR" sz="2400" b="1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8844C65-E698-5DD0-EEF0-53A90D884F33}"/>
              </a:ext>
            </a:extLst>
          </p:cNvPr>
          <p:cNvSpPr txBox="1"/>
          <p:nvPr/>
        </p:nvSpPr>
        <p:spPr>
          <a:xfrm>
            <a:off x="878884" y="1356405"/>
            <a:ext cx="10428041" cy="5312093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b="1"/>
              <a:t>Backend / API</a:t>
            </a:r>
          </a:p>
          <a:p>
            <a:r>
              <a:rPr lang="fr-FR"/>
              <a:t> Python + Flask : base de l’application</a:t>
            </a:r>
          </a:p>
          <a:p>
            <a:r>
              <a:rPr lang="fr-FR"/>
              <a:t> Flask-RESTful : </a:t>
            </a:r>
            <a:r>
              <a:rPr lang="fr-FR" err="1"/>
              <a:t>endpoints</a:t>
            </a:r>
            <a:r>
              <a:rPr lang="fr-FR"/>
              <a:t> REST</a:t>
            </a:r>
          </a:p>
          <a:p>
            <a:r>
              <a:rPr lang="fr-FR"/>
              <a:t> Flask-</a:t>
            </a:r>
            <a:r>
              <a:rPr lang="fr-FR" err="1"/>
              <a:t>SQLAlchemy</a:t>
            </a:r>
            <a:r>
              <a:rPr lang="fr-FR"/>
              <a:t> / </a:t>
            </a:r>
            <a:r>
              <a:rPr lang="fr-FR" err="1"/>
              <a:t>SQLAlchemy</a:t>
            </a:r>
            <a:r>
              <a:rPr lang="fr-FR"/>
              <a:t> : ORM + accès BDD</a:t>
            </a:r>
          </a:p>
          <a:p>
            <a:r>
              <a:rPr lang="fr-FR"/>
              <a:t> </a:t>
            </a:r>
            <a:r>
              <a:rPr lang="fr-FR" err="1"/>
              <a:t>PyMySQL</a:t>
            </a:r>
            <a:r>
              <a:rPr lang="fr-FR"/>
              <a:t> + MySQL : connexion à la base</a:t>
            </a:r>
          </a:p>
          <a:p>
            <a:r>
              <a:rPr lang="fr-FR" b="1"/>
              <a:t>Sécurité &amp; </a:t>
            </a:r>
            <a:r>
              <a:rPr lang="fr-FR" b="1" err="1"/>
              <a:t>Auth</a:t>
            </a:r>
            <a:endParaRPr lang="fr-FR" b="1"/>
          </a:p>
          <a:p>
            <a:r>
              <a:rPr lang="fr-FR"/>
              <a:t> Flask-Login : gestion de session / login</a:t>
            </a:r>
          </a:p>
          <a:p>
            <a:r>
              <a:rPr lang="fr-FR"/>
              <a:t> </a:t>
            </a:r>
            <a:r>
              <a:rPr lang="fr-FR" err="1"/>
              <a:t>Werkzeug</a:t>
            </a:r>
            <a:r>
              <a:rPr lang="fr-FR"/>
              <a:t> </a:t>
            </a:r>
            <a:r>
              <a:rPr lang="fr-FR" err="1"/>
              <a:t>security</a:t>
            </a:r>
            <a:r>
              <a:rPr lang="fr-FR"/>
              <a:t> : hash de mot de passe</a:t>
            </a:r>
          </a:p>
          <a:p>
            <a:r>
              <a:rPr lang="fr-FR" b="1"/>
              <a:t>Doc &amp; Qualité</a:t>
            </a:r>
          </a:p>
          <a:p>
            <a:r>
              <a:rPr lang="fr-FR"/>
              <a:t> </a:t>
            </a:r>
            <a:r>
              <a:rPr lang="fr-FR" err="1"/>
              <a:t>Flasgger</a:t>
            </a:r>
            <a:r>
              <a:rPr lang="fr-FR"/>
              <a:t> (</a:t>
            </a:r>
            <a:r>
              <a:rPr lang="fr-FR" err="1"/>
              <a:t>Swagger</a:t>
            </a:r>
            <a:r>
              <a:rPr lang="fr-FR"/>
              <a:t> UI) : documentation interactive (YAML dans les </a:t>
            </a:r>
            <a:r>
              <a:rPr lang="fr-FR" err="1"/>
              <a:t>docstrings</a:t>
            </a:r>
            <a:r>
              <a:rPr lang="fr-FR"/>
              <a:t>)</a:t>
            </a:r>
          </a:p>
          <a:p>
            <a:r>
              <a:rPr lang="fr-FR"/>
              <a:t> </a:t>
            </a:r>
            <a:r>
              <a:rPr lang="fr-FR" err="1"/>
              <a:t>pytest</a:t>
            </a:r>
            <a:r>
              <a:rPr lang="fr-FR"/>
              <a:t> + </a:t>
            </a:r>
            <a:r>
              <a:rPr lang="fr-FR" err="1"/>
              <a:t>pytest-flask</a:t>
            </a:r>
            <a:r>
              <a:rPr lang="fr-FR"/>
              <a:t> : tests unitaires / tests </a:t>
            </a:r>
            <a:r>
              <a:rPr lang="fr-FR" err="1"/>
              <a:t>endpoints</a:t>
            </a:r>
            <a:endParaRPr lang="fr-FR"/>
          </a:p>
          <a:p>
            <a:r>
              <a:rPr lang="fr-FR" b="1"/>
              <a:t>Modélisation</a:t>
            </a:r>
          </a:p>
          <a:p>
            <a:r>
              <a:rPr lang="fr-FR"/>
              <a:t> Draw.io</a:t>
            </a:r>
          </a:p>
          <a:p>
            <a:r>
              <a:rPr lang="fr-FR" b="1"/>
              <a:t>Collaboration</a:t>
            </a:r>
          </a:p>
          <a:p>
            <a:r>
              <a:rPr lang="fr-FR"/>
              <a:t> Git / GitHub : branches, pull </a:t>
            </a:r>
            <a:r>
              <a:rPr lang="fr-FR" err="1"/>
              <a:t>requests</a:t>
            </a:r>
            <a:r>
              <a:rPr lang="fr-FR"/>
              <a:t>, merges (workflow d’équipe)</a:t>
            </a:r>
          </a:p>
          <a:p>
            <a:r>
              <a:rPr lang="fr-FR" b="1"/>
              <a:t>Aide</a:t>
            </a:r>
            <a:endParaRPr lang="fr-FR"/>
          </a:p>
          <a:p>
            <a:r>
              <a:rPr lang="fr-FR" b="1"/>
              <a:t> </a:t>
            </a:r>
            <a:r>
              <a:rPr lang="fr-FR"/>
              <a:t>Chat GPT</a:t>
            </a:r>
          </a:p>
        </p:txBody>
      </p:sp>
    </p:spTree>
    <p:extLst>
      <p:ext uri="{BB962C8B-B14F-4D97-AF65-F5344CB8AC3E}">
        <p14:creationId xmlns:p14="http://schemas.microsoft.com/office/powerpoint/2010/main" val="2366920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9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24341F-4216-2EE5-8FD0-BA0D1A82C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8A67559B-5ECA-5105-0406-AC860D27C983}"/>
              </a:ext>
            </a:extLst>
          </p:cNvPr>
          <p:cNvSpPr/>
          <p:nvPr/>
        </p:nvSpPr>
        <p:spPr>
          <a:xfrm>
            <a:off x="-2528" y="334"/>
            <a:ext cx="12205902" cy="6868978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84BF8BD9-6AD9-E5AD-64F3-D06E5EBC00A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616812" y="210332"/>
            <a:ext cx="8963303" cy="950677"/>
          </a:xfrm>
        </p:spPr>
        <p:txBody>
          <a:bodyPr/>
          <a:lstStyle/>
          <a:p>
            <a:r>
              <a:rPr lang="fr-FR" sz="4400"/>
              <a:t>Pourquoi ces outils</a:t>
            </a:r>
            <a:endParaRPr lang="en-US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AA1F3BB0-602F-F67E-9465-54425803BA6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1539098" y="6134159"/>
            <a:ext cx="596817" cy="619563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fr-FR"/>
              <a:t> </a:t>
            </a:r>
          </a:p>
        </p:txBody>
      </p:sp>
      <p:sp>
        <p:nvSpPr>
          <p:cNvPr id="5" name="Espace réservé du numéro de diapositive 13">
            <a:extLst>
              <a:ext uri="{FF2B5EF4-FFF2-40B4-BE49-F238E27FC236}">
                <a16:creationId xmlns:a16="http://schemas.microsoft.com/office/drawing/2014/main" id="{5647E49A-F1DB-C60D-3C3C-3D0188A8766B}"/>
              </a:ext>
            </a:extLst>
          </p:cNvPr>
          <p:cNvSpPr txBox="1">
            <a:spLocks/>
          </p:cNvSpPr>
          <p:nvPr/>
        </p:nvSpPr>
        <p:spPr>
          <a:xfrm>
            <a:off x="9190325" y="6304688"/>
            <a:ext cx="2743200" cy="365125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>
            <a:defPPr>
              <a:defRPr lang="fr-FR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B51CF0B-774C-A54F-947A-43C7FDD5DE1C}" type="slidenum">
              <a:rPr lang="fr-FR" sz="2400" b="1" dirty="0" smtClean="0"/>
              <a:pPr algn="r"/>
              <a:t>6</a:t>
            </a:fld>
            <a:endParaRPr lang="fr-FR" sz="2400" b="1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1C4D942-7B3A-D9C6-88C0-3A1E669273E6}"/>
              </a:ext>
            </a:extLst>
          </p:cNvPr>
          <p:cNvSpPr txBox="1"/>
          <p:nvPr/>
        </p:nvSpPr>
        <p:spPr>
          <a:xfrm>
            <a:off x="1462164" y="1992061"/>
            <a:ext cx="3364957" cy="1804749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 b="1"/>
              <a:t>Contrainte Techniques:</a:t>
            </a:r>
          </a:p>
          <a:p>
            <a:pPr marL="342900" indent="-342900">
              <a:buFont typeface="Calibri"/>
              <a:buChar char="-"/>
            </a:pPr>
            <a:r>
              <a:rPr lang="fr-FR" sz="2000" err="1"/>
              <a:t>Swagger</a:t>
            </a:r>
            <a:endParaRPr lang="fr-FR" sz="2000"/>
          </a:p>
          <a:p>
            <a:pPr marL="342900" indent="-342900">
              <a:buFont typeface="Calibri"/>
              <a:buChar char="-"/>
            </a:pPr>
            <a:r>
              <a:rPr lang="fr-FR" sz="2000"/>
              <a:t>Python</a:t>
            </a:r>
          </a:p>
          <a:p>
            <a:pPr marL="342900" indent="-342900">
              <a:buFont typeface="Calibri"/>
              <a:buChar char="-"/>
            </a:pPr>
            <a:r>
              <a:rPr lang="fr-FR" sz="2000" err="1"/>
              <a:t>SQLAlchemy</a:t>
            </a:r>
            <a:endParaRPr lang="fr-FR" sz="2000"/>
          </a:p>
          <a:p>
            <a:pPr marL="342900" indent="-342900">
              <a:buFont typeface="Calibri"/>
              <a:buChar char="-"/>
            </a:pPr>
            <a:r>
              <a:rPr lang="fr-FR" sz="2000" err="1"/>
              <a:t>pytest</a:t>
            </a:r>
          </a:p>
        </p:txBody>
      </p:sp>
      <p:sp>
        <p:nvSpPr>
          <p:cNvPr id="2" name="ZoneTexte 2">
            <a:extLst>
              <a:ext uri="{FF2B5EF4-FFF2-40B4-BE49-F238E27FC236}">
                <a16:creationId xmlns:a16="http://schemas.microsoft.com/office/drawing/2014/main" id="{C687F42A-C544-1091-DA92-84E7B65238E1}"/>
              </a:ext>
            </a:extLst>
          </p:cNvPr>
          <p:cNvSpPr txBox="1"/>
          <p:nvPr/>
        </p:nvSpPr>
        <p:spPr>
          <a:xfrm>
            <a:off x="6098557" y="1713019"/>
            <a:ext cx="5318252" cy="2485787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 b="1"/>
              <a:t>Flask: </a:t>
            </a:r>
          </a:p>
          <a:p>
            <a:pPr marL="342900" indent="-342900">
              <a:buFont typeface="Calibri"/>
              <a:buChar char="-"/>
            </a:pPr>
            <a:r>
              <a:rPr lang="fr-FR" sz="2000"/>
              <a:t>Gestion des sessions </a:t>
            </a:r>
          </a:p>
          <a:p>
            <a:pPr marL="342900" indent="-342900">
              <a:buFont typeface="Calibri"/>
              <a:buChar char="-"/>
            </a:pPr>
            <a:r>
              <a:rPr lang="fr-FR" sz="2000"/>
              <a:t>Similitude avec </a:t>
            </a:r>
            <a:r>
              <a:rPr lang="fr-FR" sz="2000" err="1"/>
              <a:t>FastAPi</a:t>
            </a:r>
            <a:r>
              <a:rPr lang="fr-FR" sz="2000"/>
              <a:t> (Framework léger)</a:t>
            </a:r>
          </a:p>
          <a:p>
            <a:pPr marL="342900" indent="-342900">
              <a:buFont typeface="Calibri"/>
              <a:buChar char="-"/>
            </a:pPr>
            <a:r>
              <a:rPr lang="fr-FR" sz="2000"/>
              <a:t>Mise en place rapide</a:t>
            </a:r>
          </a:p>
          <a:p>
            <a:pPr marL="342900" indent="-342900">
              <a:buFont typeface="Calibri"/>
              <a:buChar char="-"/>
            </a:pPr>
            <a:r>
              <a:rPr lang="fr-FR" sz="2000"/>
              <a:t>Intégration naturelle avec les contraintes techniques </a:t>
            </a:r>
            <a:r>
              <a:rPr lang="fr-FR" sz="2000">
                <a:ea typeface="+mn-lt"/>
                <a:cs typeface="+mn-lt"/>
              </a:rPr>
              <a:t>(Flask-</a:t>
            </a:r>
            <a:r>
              <a:rPr lang="fr-FR" sz="2000" err="1">
                <a:ea typeface="+mn-lt"/>
                <a:cs typeface="+mn-lt"/>
              </a:rPr>
              <a:t>SQLAlchemy</a:t>
            </a:r>
            <a:r>
              <a:rPr lang="fr-FR" sz="2000">
                <a:ea typeface="+mn-lt"/>
                <a:cs typeface="+mn-lt"/>
              </a:rPr>
              <a:t>, </a:t>
            </a:r>
            <a:r>
              <a:rPr lang="fr-FR" sz="2000" err="1">
                <a:ea typeface="+mn-lt"/>
                <a:cs typeface="+mn-lt"/>
              </a:rPr>
              <a:t>Flassger</a:t>
            </a:r>
            <a:r>
              <a:rPr lang="fr-FR" sz="2000"/>
              <a:t>, </a:t>
            </a:r>
            <a:r>
              <a:rPr lang="fr-FR" sz="2000" err="1"/>
              <a:t>PyMySQL</a:t>
            </a:r>
            <a:r>
              <a:rPr lang="fr-FR" sz="2000"/>
              <a:t>, </a:t>
            </a:r>
            <a:r>
              <a:rPr lang="fr-FR" sz="2000" err="1"/>
              <a:t>Pytest</a:t>
            </a:r>
            <a:r>
              <a:rPr lang="fr-FR" sz="2000"/>
              <a:t>-Flask)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035C3E6A-CF03-BD6C-DC4F-1945742BCE68}"/>
              </a:ext>
            </a:extLst>
          </p:cNvPr>
          <p:cNvSpPr txBox="1"/>
          <p:nvPr/>
        </p:nvSpPr>
        <p:spPr>
          <a:xfrm>
            <a:off x="2492473" y="4326357"/>
            <a:ext cx="3601069" cy="1804749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 b="1"/>
              <a:t>Collaboration (</a:t>
            </a:r>
            <a:r>
              <a:rPr lang="fr-FR" sz="2000" b="1" err="1"/>
              <a:t>Github</a:t>
            </a:r>
            <a:r>
              <a:rPr lang="fr-FR" sz="2000" b="1"/>
              <a:t>):</a:t>
            </a:r>
            <a:endParaRPr lang="en-US"/>
          </a:p>
          <a:p>
            <a:pPr marL="342900" indent="-342900">
              <a:buFont typeface="Calibri"/>
              <a:buChar char="-"/>
            </a:pPr>
            <a:r>
              <a:rPr lang="fr-FR" sz="2000"/>
              <a:t>Gestions multibranches pour développements parallèles</a:t>
            </a:r>
          </a:p>
          <a:p>
            <a:pPr marL="342900" indent="-342900">
              <a:buFont typeface="Calibri"/>
              <a:buChar char="-"/>
            </a:pPr>
            <a:r>
              <a:rPr lang="fr-FR" sz="2000"/>
              <a:t>Historisation et versionnage</a:t>
            </a:r>
          </a:p>
          <a:p>
            <a:pPr marL="342900" indent="-342900">
              <a:buFont typeface="Calibri"/>
              <a:buChar char="-"/>
            </a:pPr>
            <a:r>
              <a:rPr lang="fr-FR" sz="2000"/>
              <a:t>Code </a:t>
            </a:r>
            <a:r>
              <a:rPr lang="fr-FR" sz="2000" err="1"/>
              <a:t>review</a:t>
            </a:r>
            <a:endParaRPr lang="fr-FR" sz="2000"/>
          </a:p>
        </p:txBody>
      </p:sp>
    </p:spTree>
    <p:extLst>
      <p:ext uri="{BB962C8B-B14F-4D97-AF65-F5344CB8AC3E}">
        <p14:creationId xmlns:p14="http://schemas.microsoft.com/office/powerpoint/2010/main" val="515658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9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94047-F5C3-FDF9-1DAF-7D0A4528E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38AAFF47-E01B-4A05-6326-B5668F999F14}"/>
              </a:ext>
            </a:extLst>
          </p:cNvPr>
          <p:cNvSpPr/>
          <p:nvPr/>
        </p:nvSpPr>
        <p:spPr>
          <a:xfrm>
            <a:off x="-2528" y="334"/>
            <a:ext cx="12205902" cy="6868978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A4429017-B319-C8C6-5DF4-45E270E5002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616812" y="210332"/>
            <a:ext cx="8963303" cy="950677"/>
          </a:xfrm>
        </p:spPr>
        <p:txBody>
          <a:bodyPr/>
          <a:lstStyle/>
          <a:p>
            <a:r>
              <a:rPr lang="fr-FR" sz="4400">
                <a:ea typeface="+mn-lt"/>
                <a:cs typeface="+mn-lt"/>
              </a:rPr>
              <a:t>Architecture</a:t>
            </a:r>
            <a:endParaRPr lang="fr-FR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26BEC28C-CA52-4D3B-CECF-1ABF51274BB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1539098" y="6134159"/>
            <a:ext cx="596817" cy="619563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fr-FR"/>
              <a:t> </a:t>
            </a:r>
          </a:p>
        </p:txBody>
      </p:sp>
      <p:sp>
        <p:nvSpPr>
          <p:cNvPr id="5" name="Espace réservé du numéro de diapositive 13">
            <a:extLst>
              <a:ext uri="{FF2B5EF4-FFF2-40B4-BE49-F238E27FC236}">
                <a16:creationId xmlns:a16="http://schemas.microsoft.com/office/drawing/2014/main" id="{24E576FF-4626-9384-F2A3-C8A14B507E66}"/>
              </a:ext>
            </a:extLst>
          </p:cNvPr>
          <p:cNvSpPr txBox="1">
            <a:spLocks/>
          </p:cNvSpPr>
          <p:nvPr/>
        </p:nvSpPr>
        <p:spPr>
          <a:xfrm>
            <a:off x="9190325" y="6304688"/>
            <a:ext cx="2743200" cy="365125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>
            <a:defPPr>
              <a:defRPr lang="fr-FR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B51CF0B-774C-A54F-947A-43C7FDD5DE1C}" type="slidenum">
              <a:rPr lang="fr-FR" sz="2400" b="1" dirty="0" smtClean="0"/>
              <a:pPr algn="r"/>
              <a:t>7</a:t>
            </a:fld>
            <a:endParaRPr lang="fr-FR" sz="2400" b="1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8844C65-E698-5DD0-EEF0-53A90D884F33}"/>
              </a:ext>
            </a:extLst>
          </p:cNvPr>
          <p:cNvSpPr txBox="1"/>
          <p:nvPr/>
        </p:nvSpPr>
        <p:spPr>
          <a:xfrm>
            <a:off x="3053102" y="1395918"/>
            <a:ext cx="6087411" cy="1123712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2000" b="1">
                <a:ea typeface="+mn-lt"/>
                <a:cs typeface="+mn-lt"/>
              </a:rPr>
              <a:t>Routes (</a:t>
            </a:r>
            <a:r>
              <a:rPr lang="fr-FR" sz="2000" b="1" err="1">
                <a:ea typeface="+mn-lt"/>
                <a:cs typeface="+mn-lt"/>
              </a:rPr>
              <a:t>Blueprints</a:t>
            </a:r>
            <a:r>
              <a:rPr lang="fr-FR" sz="2000" b="1">
                <a:ea typeface="+mn-lt"/>
                <a:cs typeface="+mn-lt"/>
              </a:rPr>
              <a:t>)</a:t>
            </a:r>
          </a:p>
          <a:p>
            <a:pPr algn="ctr"/>
            <a:r>
              <a:rPr lang="fr-FR" sz="2000">
                <a:ea typeface="+mn-lt"/>
                <a:cs typeface="+mn-lt"/>
              </a:rPr>
              <a:t>Exposent les </a:t>
            </a:r>
            <a:r>
              <a:rPr lang="fr-FR" sz="2000" err="1">
                <a:ea typeface="+mn-lt"/>
                <a:cs typeface="+mn-lt"/>
              </a:rPr>
              <a:t>endpoints</a:t>
            </a:r>
            <a:r>
              <a:rPr lang="fr-FR" sz="2000">
                <a:ea typeface="+mn-lt"/>
                <a:cs typeface="+mn-lt"/>
              </a:rPr>
              <a:t> REST (HTTP), contrôles d’accès (rôles), réponse JSON</a:t>
            </a:r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D2C3F60-C7E1-89F2-756B-863CBFAC6ECC}"/>
              </a:ext>
            </a:extLst>
          </p:cNvPr>
          <p:cNvSpPr txBox="1"/>
          <p:nvPr/>
        </p:nvSpPr>
        <p:spPr>
          <a:xfrm>
            <a:off x="3042942" y="2762314"/>
            <a:ext cx="6097571" cy="1164352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2000" b="1">
                <a:ea typeface="+mn-lt"/>
                <a:cs typeface="+mn-lt"/>
              </a:rPr>
              <a:t>Repositories</a:t>
            </a:r>
          </a:p>
          <a:p>
            <a:pPr algn="ctr"/>
            <a:r>
              <a:rPr lang="fr-FR" sz="2000"/>
              <a:t>Centralisent le CRUD et l’accès BDD </a:t>
            </a:r>
            <a:endParaRPr lang="fr-FR"/>
          </a:p>
          <a:p>
            <a:pPr algn="ctr"/>
            <a:r>
              <a:rPr lang="fr-FR" sz="2000"/>
              <a:t>(moins de duplication, code plus testable)</a:t>
            </a:r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ABF9B1F-2DDB-4CC8-C475-20BFB5A6B867}"/>
              </a:ext>
            </a:extLst>
          </p:cNvPr>
          <p:cNvSpPr txBox="1"/>
          <p:nvPr/>
        </p:nvSpPr>
        <p:spPr>
          <a:xfrm>
            <a:off x="3042942" y="4160924"/>
            <a:ext cx="6097571" cy="1123712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2000" b="1" err="1">
                <a:ea typeface="+mn-lt"/>
                <a:cs typeface="+mn-lt"/>
              </a:rPr>
              <a:t>Models</a:t>
            </a:r>
            <a:r>
              <a:rPr lang="fr-FR" sz="2000" b="1">
                <a:ea typeface="+mn-lt"/>
                <a:cs typeface="+mn-lt"/>
              </a:rPr>
              <a:t> (</a:t>
            </a:r>
            <a:r>
              <a:rPr lang="fr-FR" sz="2000" b="1" err="1">
                <a:ea typeface="+mn-lt"/>
                <a:cs typeface="+mn-lt"/>
              </a:rPr>
              <a:t>SQLAlchemy</a:t>
            </a:r>
            <a:r>
              <a:rPr lang="fr-FR" sz="2000" b="1">
                <a:ea typeface="+mn-lt"/>
                <a:cs typeface="+mn-lt"/>
              </a:rPr>
              <a:t>)</a:t>
            </a:r>
          </a:p>
          <a:p>
            <a:pPr algn="ctr"/>
            <a:r>
              <a:rPr lang="fr-FR" sz="2000"/>
              <a:t>Définissent les tables, relations et la structure des données (ORM)</a:t>
            </a:r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70BDB15-4594-2258-41A9-06C1DFDE2432}"/>
              </a:ext>
            </a:extLst>
          </p:cNvPr>
          <p:cNvSpPr txBox="1"/>
          <p:nvPr/>
        </p:nvSpPr>
        <p:spPr>
          <a:xfrm>
            <a:off x="3053102" y="5520629"/>
            <a:ext cx="6097571" cy="1123712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2000" b="1">
                <a:ea typeface="+mn-lt"/>
                <a:cs typeface="+mn-lt"/>
              </a:rPr>
              <a:t>Tests (</a:t>
            </a:r>
            <a:r>
              <a:rPr lang="fr-FR" sz="2000" b="1" err="1">
                <a:ea typeface="+mn-lt"/>
                <a:cs typeface="+mn-lt"/>
              </a:rPr>
              <a:t>Pytest-flask</a:t>
            </a:r>
            <a:r>
              <a:rPr lang="fr-FR" sz="2000" b="1">
                <a:ea typeface="+mn-lt"/>
                <a:cs typeface="+mn-lt"/>
              </a:rPr>
              <a:t>)</a:t>
            </a:r>
            <a:endParaRPr lang="en-US"/>
          </a:p>
          <a:p>
            <a:pPr algn="ctr"/>
            <a:r>
              <a:rPr lang="fr-FR" sz="2000">
                <a:ea typeface="+mn-lt"/>
                <a:cs typeface="+mn-lt"/>
              </a:rPr>
              <a:t>Robustesse et prédictibilité du code, évite les effets de bords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7972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9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94047-F5C3-FDF9-1DAF-7D0A4528E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38AAFF47-E01B-4A05-6326-B5668F999F14}"/>
              </a:ext>
            </a:extLst>
          </p:cNvPr>
          <p:cNvSpPr/>
          <p:nvPr/>
        </p:nvSpPr>
        <p:spPr>
          <a:xfrm>
            <a:off x="-2528" y="334"/>
            <a:ext cx="12205902" cy="6868978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A4429017-B319-C8C6-5DF4-45E270E5002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616812" y="210332"/>
            <a:ext cx="8963303" cy="950677"/>
          </a:xfrm>
        </p:spPr>
        <p:txBody>
          <a:bodyPr/>
          <a:lstStyle/>
          <a:p>
            <a:r>
              <a:rPr lang="fr-FR" sz="4400">
                <a:ea typeface="+mn-lt"/>
                <a:cs typeface="+mn-lt"/>
              </a:rPr>
              <a:t>Modèle de données</a:t>
            </a:r>
            <a:endParaRPr lang="fr-FR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26BEC28C-CA52-4D3B-CECF-1ABF51274BB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1539098" y="6134159"/>
            <a:ext cx="596817" cy="619563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fr-FR"/>
              <a:t> </a:t>
            </a:r>
          </a:p>
        </p:txBody>
      </p:sp>
      <p:sp>
        <p:nvSpPr>
          <p:cNvPr id="5" name="Espace réservé du numéro de diapositive 13">
            <a:extLst>
              <a:ext uri="{FF2B5EF4-FFF2-40B4-BE49-F238E27FC236}">
                <a16:creationId xmlns:a16="http://schemas.microsoft.com/office/drawing/2014/main" id="{24E576FF-4626-9384-F2A3-C8A14B507E66}"/>
              </a:ext>
            </a:extLst>
          </p:cNvPr>
          <p:cNvSpPr txBox="1">
            <a:spLocks/>
          </p:cNvSpPr>
          <p:nvPr/>
        </p:nvSpPr>
        <p:spPr>
          <a:xfrm>
            <a:off x="9190325" y="6304688"/>
            <a:ext cx="2743200" cy="365125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>
            <a:defPPr>
              <a:defRPr lang="fr-FR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B51CF0B-774C-A54F-947A-43C7FDD5DE1C}" type="slidenum">
              <a:rPr lang="fr-FR" sz="2400" b="1" dirty="0" smtClean="0"/>
              <a:pPr algn="r"/>
              <a:t>8</a:t>
            </a:fld>
            <a:endParaRPr lang="fr-FR" sz="2400" b="1"/>
          </a:p>
        </p:txBody>
      </p:sp>
      <p:pic>
        <p:nvPicPr>
          <p:cNvPr id="4" name="Image 3" descr="Une image contenant texte, diagramme, Plan, Dessin technique&#10;&#10;Le contenu généré par l’IA peut être incorrect.">
            <a:extLst>
              <a:ext uri="{FF2B5EF4-FFF2-40B4-BE49-F238E27FC236}">
                <a16:creationId xmlns:a16="http://schemas.microsoft.com/office/drawing/2014/main" id="{B04E473B-2D33-C806-9064-0250E3A8D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879" y="1515143"/>
            <a:ext cx="5747524" cy="243447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6" name="Image 5" descr="Une image contenant texte, diagramme, Plan, Dessin technique&#10;&#10;Le contenu généré par l’IA peut être incorrect.">
            <a:extLst>
              <a:ext uri="{FF2B5EF4-FFF2-40B4-BE49-F238E27FC236}">
                <a16:creationId xmlns:a16="http://schemas.microsoft.com/office/drawing/2014/main" id="{A7CAE072-F3BB-B70D-223E-31ABC85CB3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9591" b="70635"/>
          <a:stretch>
            <a:fillRect/>
          </a:stretch>
        </p:blipFill>
        <p:spPr>
          <a:xfrm>
            <a:off x="6094726" y="4640429"/>
            <a:ext cx="4794123" cy="197774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Image 6" descr="Une image contenant texte, diagramme, croquis, Plan&#10;&#10;Le contenu généré par l’IA peut être incorrect.">
            <a:extLst>
              <a:ext uri="{FF2B5EF4-FFF2-40B4-BE49-F238E27FC236}">
                <a16:creationId xmlns:a16="http://schemas.microsoft.com/office/drawing/2014/main" id="{9C66AD7C-3DB6-F2F4-477D-A31287BBF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981" y="1385434"/>
            <a:ext cx="3344182" cy="26901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BE8A565-8CF6-8D4D-278E-4F1F5587BD74}"/>
              </a:ext>
            </a:extLst>
          </p:cNvPr>
          <p:cNvSpPr/>
          <p:nvPr/>
        </p:nvSpPr>
        <p:spPr>
          <a:xfrm>
            <a:off x="6023428" y="1514928"/>
            <a:ext cx="1805214" cy="734786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720F0BAE-438A-540D-3245-2D864B063A65}"/>
              </a:ext>
            </a:extLst>
          </p:cNvPr>
          <p:cNvCxnSpPr/>
          <p:nvPr/>
        </p:nvCxnSpPr>
        <p:spPr>
          <a:xfrm>
            <a:off x="7139213" y="2258786"/>
            <a:ext cx="562428" cy="2367642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9" descr="Une image contenant texte, diagramme, croquis, Plan&#10;&#10;Le contenu généré par l’IA peut être incorrect.">
            <a:extLst>
              <a:ext uri="{FF2B5EF4-FFF2-40B4-BE49-F238E27FC236}">
                <a16:creationId xmlns:a16="http://schemas.microsoft.com/office/drawing/2014/main" id="{878F6C6F-ED68-B196-996E-BC044A2419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3756" b="59236"/>
          <a:stretch>
            <a:fillRect/>
          </a:stretch>
        </p:blipFill>
        <p:spPr>
          <a:xfrm>
            <a:off x="2292124" y="4161292"/>
            <a:ext cx="1269485" cy="259276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FA48B70-40D8-4594-006A-71D075DD4146}"/>
              </a:ext>
            </a:extLst>
          </p:cNvPr>
          <p:cNvSpPr/>
          <p:nvPr/>
        </p:nvSpPr>
        <p:spPr>
          <a:xfrm>
            <a:off x="1260927" y="1387927"/>
            <a:ext cx="526142" cy="1106714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5704BAF8-63FF-6877-529D-0344F30B9A4A}"/>
              </a:ext>
            </a:extLst>
          </p:cNvPr>
          <p:cNvCxnSpPr>
            <a:cxnSpLocks/>
          </p:cNvCxnSpPr>
          <p:nvPr/>
        </p:nvCxnSpPr>
        <p:spPr>
          <a:xfrm>
            <a:off x="1660069" y="2512784"/>
            <a:ext cx="743856" cy="1632857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lèche : droite 2">
            <a:extLst>
              <a:ext uri="{FF2B5EF4-FFF2-40B4-BE49-F238E27FC236}">
                <a16:creationId xmlns:a16="http://schemas.microsoft.com/office/drawing/2014/main" id="{D0F65919-5E9E-BBB1-5F17-9ACA68036B88}"/>
              </a:ext>
            </a:extLst>
          </p:cNvPr>
          <p:cNvSpPr/>
          <p:nvPr/>
        </p:nvSpPr>
        <p:spPr>
          <a:xfrm>
            <a:off x="4806300" y="3829577"/>
            <a:ext cx="1107439" cy="680720"/>
          </a:xfrm>
          <a:prstGeom prst="rightArrow">
            <a:avLst/>
          </a:prstGeom>
          <a:solidFill>
            <a:srgbClr val="ED7D3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424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9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94047-F5C3-FDF9-1DAF-7D0A4528E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38AAFF47-E01B-4A05-6326-B5668F999F14}"/>
              </a:ext>
            </a:extLst>
          </p:cNvPr>
          <p:cNvSpPr/>
          <p:nvPr/>
        </p:nvSpPr>
        <p:spPr>
          <a:xfrm>
            <a:off x="-12554" y="30413"/>
            <a:ext cx="12205902" cy="6868978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A4429017-B319-C8C6-5DF4-45E270E5002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616812" y="210332"/>
            <a:ext cx="8963303" cy="950677"/>
          </a:xfrm>
        </p:spPr>
        <p:txBody>
          <a:bodyPr/>
          <a:lstStyle/>
          <a:p>
            <a:r>
              <a:rPr lang="fr-FR" sz="4400">
                <a:ea typeface="+mn-lt"/>
                <a:cs typeface="+mn-lt"/>
              </a:rPr>
              <a:t>Conception des routes</a:t>
            </a:r>
            <a:endParaRPr lang="fr-FR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26BEC28C-CA52-4D3B-CECF-1ABF51274BB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1539098" y="6134159"/>
            <a:ext cx="596817" cy="619563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fr-FR"/>
              <a:t> </a:t>
            </a:r>
          </a:p>
        </p:txBody>
      </p:sp>
      <p:sp>
        <p:nvSpPr>
          <p:cNvPr id="5" name="Espace réservé du numéro de diapositive 13">
            <a:extLst>
              <a:ext uri="{FF2B5EF4-FFF2-40B4-BE49-F238E27FC236}">
                <a16:creationId xmlns:a16="http://schemas.microsoft.com/office/drawing/2014/main" id="{24E576FF-4626-9384-F2A3-C8A14B507E66}"/>
              </a:ext>
            </a:extLst>
          </p:cNvPr>
          <p:cNvSpPr txBox="1">
            <a:spLocks/>
          </p:cNvSpPr>
          <p:nvPr/>
        </p:nvSpPr>
        <p:spPr>
          <a:xfrm>
            <a:off x="9190325" y="6304688"/>
            <a:ext cx="2743200" cy="365125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>
            <a:defPPr>
              <a:defRPr lang="fr-FR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B51CF0B-774C-A54F-947A-43C7FDD5DE1C}" type="slidenum">
              <a:rPr lang="fr-FR" sz="2400" b="1" dirty="0" smtClean="0"/>
              <a:pPr algn="r"/>
              <a:t>9</a:t>
            </a:fld>
            <a:endParaRPr lang="fr-FR" sz="2400" b="1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EB7DF17-1A94-BFE3-CC5C-BF3D9F1E53E9}"/>
              </a:ext>
            </a:extLst>
          </p:cNvPr>
          <p:cNvSpPr txBox="1"/>
          <p:nvPr/>
        </p:nvSpPr>
        <p:spPr>
          <a:xfrm>
            <a:off x="5640057" y="2058389"/>
            <a:ext cx="3053973" cy="4699159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>
                <a:ea typeface="+mn-lt"/>
                <a:cs typeface="+mn-lt"/>
              </a:rPr>
              <a:t>Structure Finale</a:t>
            </a:r>
          </a:p>
          <a:p>
            <a:r>
              <a:rPr lang="fr-FR" sz="2000">
                <a:ea typeface="+mn-lt"/>
                <a:cs typeface="+mn-lt"/>
              </a:rPr>
              <a:t>Authentification</a:t>
            </a:r>
            <a:endParaRPr lang="fr-FR"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r>
              <a:rPr lang="fr-FR" sz="2000"/>
              <a:t>Login</a:t>
            </a:r>
          </a:p>
          <a:p>
            <a:pPr marL="342900" indent="-342900">
              <a:buFont typeface="Calibri"/>
              <a:buChar char="-"/>
            </a:pPr>
            <a:r>
              <a:rPr lang="fr-FR" sz="2000" err="1"/>
              <a:t>Signup</a:t>
            </a:r>
            <a:endParaRPr lang="fr-FR" sz="2000"/>
          </a:p>
          <a:p>
            <a:r>
              <a:rPr lang="fr-FR" sz="2000"/>
              <a:t>Admin</a:t>
            </a:r>
          </a:p>
          <a:p>
            <a:pPr marL="342900" indent="-342900">
              <a:buFont typeface="Calibri"/>
              <a:buChar char="-"/>
            </a:pPr>
            <a:r>
              <a:rPr lang="fr-FR" sz="2000"/>
              <a:t>Utilisateurs</a:t>
            </a:r>
          </a:p>
          <a:p>
            <a:pPr marL="342900" indent="-342900">
              <a:buFont typeface="Calibri"/>
              <a:buChar char="-"/>
            </a:pPr>
            <a:r>
              <a:rPr lang="fr-FR" sz="2000"/>
              <a:t>Conditionnements</a:t>
            </a:r>
          </a:p>
          <a:p>
            <a:pPr marL="342900" indent="-342900">
              <a:buFont typeface="Calibri"/>
              <a:buChar char="-"/>
            </a:pPr>
            <a:r>
              <a:rPr lang="fr-FR" sz="2000"/>
              <a:t>Communes</a:t>
            </a:r>
          </a:p>
          <a:p>
            <a:pPr marL="342900" indent="-342900">
              <a:buFont typeface="Calibri"/>
              <a:buChar char="-"/>
            </a:pPr>
            <a:r>
              <a:rPr lang="fr-FR" sz="2000"/>
              <a:t>Objets / Goodies</a:t>
            </a:r>
          </a:p>
          <a:p>
            <a:r>
              <a:rPr lang="fr-FR" sz="2000"/>
              <a:t>Operateur Colis</a:t>
            </a:r>
          </a:p>
          <a:p>
            <a:pPr marL="342900" indent="-342900">
              <a:buFont typeface="Calibri"/>
              <a:buChar char="-"/>
            </a:pPr>
            <a:r>
              <a:rPr lang="fr-FR" sz="2000">
                <a:ea typeface="+mn-lt"/>
                <a:cs typeface="+mn-lt"/>
              </a:rPr>
              <a:t>Adresses</a:t>
            </a:r>
          </a:p>
          <a:p>
            <a:pPr marL="342900" indent="-342900">
              <a:buFont typeface="Calibri"/>
              <a:buChar char="-"/>
            </a:pPr>
            <a:r>
              <a:rPr lang="fr-FR" sz="2000">
                <a:ea typeface="+mn-lt"/>
                <a:cs typeface="+mn-lt"/>
              </a:rPr>
              <a:t>Clients</a:t>
            </a:r>
          </a:p>
          <a:p>
            <a:pPr marL="342900" indent="-342900">
              <a:buFont typeface="Calibri"/>
              <a:buChar char="-"/>
            </a:pPr>
            <a:r>
              <a:rPr lang="fr-FR" sz="2000">
                <a:ea typeface="+mn-lt"/>
                <a:cs typeface="+mn-lt"/>
              </a:rPr>
              <a:t>Commandes</a:t>
            </a:r>
          </a:p>
          <a:p>
            <a:pPr marL="342900" indent="-342900">
              <a:buFont typeface="Calibri"/>
              <a:buChar char="-"/>
            </a:pPr>
            <a:r>
              <a:rPr lang="fr-FR" sz="2000">
                <a:ea typeface="+mn-lt"/>
                <a:cs typeface="+mn-lt"/>
              </a:rPr>
              <a:t>Détail Commandes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FEC7C8D-F2DF-02B9-CB0E-1581A27C6537}"/>
              </a:ext>
            </a:extLst>
          </p:cNvPr>
          <p:cNvSpPr txBox="1"/>
          <p:nvPr/>
        </p:nvSpPr>
        <p:spPr>
          <a:xfrm>
            <a:off x="9102277" y="3057758"/>
            <a:ext cx="2833637" cy="1123712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2000">
                <a:ea typeface="+mn-lt"/>
                <a:cs typeface="+mn-lt"/>
              </a:rPr>
              <a:t>Route en développement</a:t>
            </a:r>
            <a:endParaRPr lang="en-US" sz="2000">
              <a:ea typeface="+mn-lt"/>
              <a:cs typeface="+mn-lt"/>
            </a:endParaRPr>
          </a:p>
          <a:p>
            <a:pPr marL="342900" indent="-342900" algn="ctr">
              <a:buFont typeface="Calibri,Sans-Serif"/>
              <a:buChar char="-"/>
            </a:pPr>
            <a:r>
              <a:rPr lang="fr-FR" sz="2000">
                <a:ea typeface="+mn-lt"/>
                <a:cs typeface="+mn-lt"/>
              </a:rPr>
              <a:t>Mailler</a:t>
            </a:r>
          </a:p>
          <a:p>
            <a:pPr marL="342900" indent="-342900" algn="ctr">
              <a:buFont typeface="Calibri,Sans-Serif"/>
              <a:buChar char="-"/>
            </a:pPr>
            <a:r>
              <a:rPr lang="fr-FR" sz="2000">
                <a:ea typeface="+mn-lt"/>
                <a:cs typeface="+mn-lt"/>
              </a:rPr>
              <a:t>Statistiques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2ACB446-1A3B-28E3-524E-78ECC95D7888}"/>
              </a:ext>
            </a:extLst>
          </p:cNvPr>
          <p:cNvSpPr txBox="1"/>
          <p:nvPr/>
        </p:nvSpPr>
        <p:spPr>
          <a:xfrm>
            <a:off x="1028676" y="3518970"/>
            <a:ext cx="2879540" cy="1464231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2000"/>
              <a:t>Structure Initiale</a:t>
            </a:r>
          </a:p>
          <a:p>
            <a:pPr marL="342900" indent="-342900">
              <a:buFont typeface="Calibri,Sans-Serif"/>
              <a:buChar char="-"/>
            </a:pPr>
            <a:r>
              <a:rPr lang="fr-FR" sz="2000">
                <a:ea typeface="+mn-lt"/>
                <a:cs typeface="+mn-lt"/>
              </a:rPr>
              <a:t>Routes Admin</a:t>
            </a:r>
          </a:p>
          <a:p>
            <a:pPr marL="342900" indent="-342900">
              <a:buFont typeface="Calibri,Sans-Serif"/>
              <a:buChar char="-"/>
            </a:pPr>
            <a:r>
              <a:rPr lang="fr-FR" sz="2000">
                <a:ea typeface="+mn-lt"/>
                <a:cs typeface="+mn-lt"/>
              </a:rPr>
              <a:t>Routes Operateur Colis</a:t>
            </a:r>
            <a:endParaRPr lang="en-US" sz="2000">
              <a:ea typeface="+mn-lt"/>
              <a:cs typeface="+mn-lt"/>
            </a:endParaRPr>
          </a:p>
        </p:txBody>
      </p:sp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4AD42185-183C-9FF5-6570-BE7B252BB6D7}"/>
              </a:ext>
            </a:extLst>
          </p:cNvPr>
          <p:cNvSpPr/>
          <p:nvPr/>
        </p:nvSpPr>
        <p:spPr>
          <a:xfrm>
            <a:off x="4310832" y="3907967"/>
            <a:ext cx="919763" cy="340048"/>
          </a:xfrm>
          <a:prstGeom prst="rightArrow">
            <a:avLst/>
          </a:prstGeom>
          <a:solidFill>
            <a:srgbClr val="FFD96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D966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C363994-8ECF-C32D-9F92-4F8BE22FB5ED}"/>
              </a:ext>
            </a:extLst>
          </p:cNvPr>
          <p:cNvSpPr txBox="1"/>
          <p:nvPr/>
        </p:nvSpPr>
        <p:spPr>
          <a:xfrm>
            <a:off x="3495149" y="1493653"/>
            <a:ext cx="2217804" cy="442674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>
                <a:ea typeface="+mn-lt"/>
                <a:cs typeface="+mn-lt"/>
              </a:rPr>
              <a:t>Décorateur de rôle</a:t>
            </a:r>
            <a:endParaRPr lang="fr-FR"/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0FD342AB-3511-E7BB-43BA-B69990408FB0}"/>
              </a:ext>
            </a:extLst>
          </p:cNvPr>
          <p:cNvCxnSpPr/>
          <p:nvPr/>
        </p:nvCxnSpPr>
        <p:spPr>
          <a:xfrm>
            <a:off x="4792578" y="1975185"/>
            <a:ext cx="892342" cy="451184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6965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9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5DB465-BE48-F6D3-F822-CDCE416FA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376AB287-B3BE-97D2-A215-BBE3C246A58D}"/>
              </a:ext>
            </a:extLst>
          </p:cNvPr>
          <p:cNvSpPr/>
          <p:nvPr/>
        </p:nvSpPr>
        <p:spPr>
          <a:xfrm>
            <a:off x="-2528" y="-109835"/>
            <a:ext cx="12205902" cy="6868978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7E76E45D-A3FB-B8EB-6BBF-06534BED280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616812" y="210332"/>
            <a:ext cx="8963303" cy="950677"/>
          </a:xfrm>
        </p:spPr>
        <p:txBody>
          <a:bodyPr/>
          <a:lstStyle/>
          <a:p>
            <a:r>
              <a:rPr lang="fr-FR" sz="4400">
                <a:ea typeface="+mn-lt"/>
                <a:cs typeface="+mn-lt"/>
              </a:rPr>
              <a:t>Démo API</a:t>
            </a:r>
            <a:endParaRPr lang="fr-FR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3E296718-672A-2772-BA53-8934BAAC183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1539098" y="6134159"/>
            <a:ext cx="596817" cy="619563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fr-FR"/>
              <a:t> </a:t>
            </a:r>
          </a:p>
        </p:txBody>
      </p:sp>
      <p:sp>
        <p:nvSpPr>
          <p:cNvPr id="5" name="Espace réservé du numéro de diapositive 13">
            <a:extLst>
              <a:ext uri="{FF2B5EF4-FFF2-40B4-BE49-F238E27FC236}">
                <a16:creationId xmlns:a16="http://schemas.microsoft.com/office/drawing/2014/main" id="{BC0C1F08-4F42-1E1A-C4D5-FC7DD28E0455}"/>
              </a:ext>
            </a:extLst>
          </p:cNvPr>
          <p:cNvSpPr txBox="1">
            <a:spLocks/>
          </p:cNvSpPr>
          <p:nvPr/>
        </p:nvSpPr>
        <p:spPr>
          <a:xfrm>
            <a:off x="9247834" y="6304688"/>
            <a:ext cx="2743200" cy="365125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>
            <a:defPPr>
              <a:defRPr lang="fr-FR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B51CF0B-774C-A54F-947A-43C7FDD5DE1C}" type="slidenum">
              <a:rPr lang="fr-FR" sz="2400" b="1" dirty="0" smtClean="0"/>
              <a:pPr algn="r"/>
              <a:t>10</a:t>
            </a:fld>
            <a:endParaRPr lang="fr-FR" sz="2400" b="1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96E03E7-E455-4585-7ED1-82B004296513}"/>
              </a:ext>
            </a:extLst>
          </p:cNvPr>
          <p:cNvSpPr txBox="1"/>
          <p:nvPr/>
        </p:nvSpPr>
        <p:spPr>
          <a:xfrm>
            <a:off x="3285505" y="1466359"/>
            <a:ext cx="5619536" cy="5209937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2000">
                <a:ea typeface="+mn-lt"/>
                <a:cs typeface="+mn-lt"/>
              </a:rPr>
              <a:t>Présentation des routes</a:t>
            </a:r>
          </a:p>
          <a:p>
            <a:pPr algn="ctr"/>
            <a:r>
              <a:rPr lang="fr-FR" sz="2000">
                <a:ea typeface="+mn-lt"/>
                <a:cs typeface="+mn-lt"/>
                <a:hlinkClick r:id="rId3"/>
              </a:rPr>
              <a:t>http://127.0.0.1:5000/apidocs/</a:t>
            </a:r>
            <a:endParaRPr lang="fr-FR" sz="2000">
              <a:ea typeface="+mn-lt"/>
              <a:cs typeface="+mn-lt"/>
            </a:endParaRPr>
          </a:p>
          <a:p>
            <a:pPr algn="ctr"/>
            <a:endParaRPr lang="fr-FR" sz="2000">
              <a:latin typeface="Tw Cen MT"/>
              <a:ea typeface="Calibri"/>
              <a:cs typeface="Calibri"/>
            </a:endParaRPr>
          </a:p>
          <a:p>
            <a:pPr algn="ctr"/>
            <a:r>
              <a:rPr lang="fr-FR" sz="2000">
                <a:latin typeface="Tw Cen MT"/>
                <a:ea typeface="Calibri"/>
                <a:cs typeface="Calibri"/>
              </a:rPr>
              <a:t>Authentification</a:t>
            </a:r>
          </a:p>
          <a:p>
            <a:pPr algn="ctr"/>
            <a:r>
              <a:rPr lang="fr-FR" sz="2000">
                <a:latin typeface="Tw Cen MT"/>
                <a:ea typeface="Calibri"/>
                <a:cs typeface="Calibri"/>
                <a:hlinkClick r:id="rId4"/>
              </a:rPr>
              <a:t>http://127.0.0.1:5000/api-login</a:t>
            </a:r>
          </a:p>
          <a:p>
            <a:pPr algn="ctr"/>
            <a:r>
              <a:rPr lang="fr-FR" sz="2000">
                <a:latin typeface="Tw Cen MT"/>
                <a:ea typeface="Calibri"/>
                <a:cs typeface="Calibri"/>
                <a:hlinkClick r:id="rId5"/>
              </a:rPr>
              <a:t>http://127.0.0.1:5000/api-logout</a:t>
            </a:r>
            <a:endParaRPr lang="fr-FR" sz="2000">
              <a:latin typeface="Calibri"/>
              <a:ea typeface="Calibri"/>
              <a:cs typeface="Calibri"/>
            </a:endParaRPr>
          </a:p>
          <a:p>
            <a:pPr algn="ctr"/>
            <a:endParaRPr lang="fr-FR" sz="2000">
              <a:latin typeface="Tw Cen MT"/>
              <a:ea typeface="Calibri"/>
              <a:cs typeface="Calibri"/>
            </a:endParaRPr>
          </a:p>
          <a:p>
            <a:pPr algn="ctr"/>
            <a:r>
              <a:rPr lang="fr-FR" sz="2000">
                <a:latin typeface="Tw Cen MT"/>
                <a:ea typeface="Calibri"/>
                <a:cs typeface="Calibri"/>
              </a:rPr>
              <a:t>CRUD ADMIN</a:t>
            </a:r>
          </a:p>
          <a:p>
            <a:pPr algn="ctr"/>
            <a:r>
              <a:rPr lang="fr-FR" sz="2000">
                <a:latin typeface="Tw Cen MT"/>
                <a:ea typeface="Calibri"/>
                <a:cs typeface="Calibri"/>
                <a:hlinkClick r:id="rId6"/>
              </a:rPr>
              <a:t>http://127.0.0.1:5000/admin/users</a:t>
            </a:r>
            <a:endParaRPr lang="fr-FR" sz="2000">
              <a:ea typeface="Calibri"/>
              <a:cs typeface="Calibri"/>
              <a:hlinkClick r:id="rId6"/>
            </a:endParaRPr>
          </a:p>
          <a:p>
            <a:pPr algn="ctr"/>
            <a:endParaRPr lang="fr-FR" sz="2000">
              <a:ea typeface="Calibri"/>
              <a:cs typeface="Calibri"/>
            </a:endParaRPr>
          </a:p>
          <a:p>
            <a:pPr algn="ctr"/>
            <a:r>
              <a:rPr lang="fr-FR" sz="2000">
                <a:ea typeface="Calibri"/>
                <a:cs typeface="Calibri"/>
              </a:rPr>
              <a:t>CRUD OPERATEUR COLIS</a:t>
            </a:r>
          </a:p>
          <a:p>
            <a:pPr algn="ctr"/>
            <a:r>
              <a:rPr lang="fr-FR" sz="2000">
                <a:ea typeface="Calibri"/>
                <a:cs typeface="Calibri"/>
                <a:hlinkClick r:id="rId7"/>
              </a:rPr>
              <a:t>http://127.0.0.1:5000/colis/clients</a:t>
            </a:r>
          </a:p>
          <a:p>
            <a:pPr algn="ctr"/>
            <a:endParaRPr lang="fr-FR" sz="2000">
              <a:ea typeface="Calibri"/>
              <a:cs typeface="Calibri"/>
            </a:endParaRPr>
          </a:p>
          <a:p>
            <a:pPr algn="ctr"/>
            <a:r>
              <a:rPr lang="fr-FR" sz="2000">
                <a:ea typeface="Calibri"/>
                <a:cs typeface="Calibri"/>
              </a:rPr>
              <a:t>Routes protégées</a:t>
            </a:r>
          </a:p>
          <a:p>
            <a:pPr algn="ctr"/>
            <a:r>
              <a:rPr lang="fr-FR" sz="2000">
                <a:ea typeface="Calibri"/>
                <a:cs typeface="Calibri"/>
                <a:hlinkClick r:id="rId7"/>
              </a:rPr>
              <a:t>http://127.0.0.1:5000/colis/clients</a:t>
            </a:r>
          </a:p>
        </p:txBody>
      </p:sp>
    </p:spTree>
    <p:extLst>
      <p:ext uri="{BB962C8B-B14F-4D97-AF65-F5344CB8AC3E}">
        <p14:creationId xmlns:p14="http://schemas.microsoft.com/office/powerpoint/2010/main" val="2087608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9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94047-F5C3-FDF9-1DAF-7D0A4528E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38AAFF47-E01B-4A05-6326-B5668F999F14}"/>
              </a:ext>
            </a:extLst>
          </p:cNvPr>
          <p:cNvSpPr/>
          <p:nvPr/>
        </p:nvSpPr>
        <p:spPr>
          <a:xfrm>
            <a:off x="-2528" y="334"/>
            <a:ext cx="12205902" cy="6868978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A4429017-B319-C8C6-5DF4-45E270E5002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616812" y="210332"/>
            <a:ext cx="8963303" cy="950677"/>
          </a:xfrm>
        </p:spPr>
        <p:txBody>
          <a:bodyPr/>
          <a:lstStyle/>
          <a:p>
            <a:r>
              <a:rPr lang="fr-FR" sz="4400">
                <a:ea typeface="+mn-lt"/>
                <a:cs typeface="+mn-lt"/>
              </a:rPr>
              <a:t>Tests</a:t>
            </a:r>
            <a:endParaRPr lang="fr-FR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26BEC28C-CA52-4D3B-CECF-1ABF51274BB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1539098" y="6134159"/>
            <a:ext cx="596817" cy="619563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fr-FR"/>
              <a:t> </a:t>
            </a:r>
          </a:p>
        </p:txBody>
      </p:sp>
      <p:sp>
        <p:nvSpPr>
          <p:cNvPr id="5" name="Espace réservé du numéro de diapositive 13">
            <a:extLst>
              <a:ext uri="{FF2B5EF4-FFF2-40B4-BE49-F238E27FC236}">
                <a16:creationId xmlns:a16="http://schemas.microsoft.com/office/drawing/2014/main" id="{24E576FF-4626-9384-F2A3-C8A14B507E66}"/>
              </a:ext>
            </a:extLst>
          </p:cNvPr>
          <p:cNvSpPr txBox="1">
            <a:spLocks/>
          </p:cNvSpPr>
          <p:nvPr/>
        </p:nvSpPr>
        <p:spPr>
          <a:xfrm>
            <a:off x="9261763" y="6280875"/>
            <a:ext cx="2743200" cy="365125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>
            <a:defPPr>
              <a:defRPr lang="fr-FR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B51CF0B-774C-A54F-947A-43C7FDD5DE1C}" type="slidenum">
              <a:rPr lang="fr-FR" sz="2400" b="1" dirty="0" smtClean="0"/>
              <a:pPr algn="r"/>
              <a:t>11</a:t>
            </a:fld>
            <a:endParaRPr lang="fr-FR" sz="2400" b="1"/>
          </a:p>
        </p:txBody>
      </p:sp>
      <p:sp>
        <p:nvSpPr>
          <p:cNvPr id="3" name="ZoneTexte 6">
            <a:extLst>
              <a:ext uri="{FF2B5EF4-FFF2-40B4-BE49-F238E27FC236}">
                <a16:creationId xmlns:a16="http://schemas.microsoft.com/office/drawing/2014/main" id="{F5D4E487-8D2F-3A69-C31C-A470072C9E03}"/>
              </a:ext>
            </a:extLst>
          </p:cNvPr>
          <p:cNvSpPr txBox="1"/>
          <p:nvPr/>
        </p:nvSpPr>
        <p:spPr>
          <a:xfrm>
            <a:off x="1971374" y="2349863"/>
            <a:ext cx="2752540" cy="2145268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 b="1"/>
              <a:t>Structure:</a:t>
            </a:r>
          </a:p>
          <a:p>
            <a:r>
              <a:rPr lang="fr-FR" sz="2000">
                <a:ea typeface="+mn-lt"/>
                <a:cs typeface="+mn-lt"/>
              </a:rPr>
              <a:t>--Tests</a:t>
            </a:r>
          </a:p>
          <a:p>
            <a:r>
              <a:rPr lang="fr-FR" sz="2000">
                <a:ea typeface="+mn-lt"/>
                <a:cs typeface="+mn-lt"/>
              </a:rPr>
              <a:t>------conftest.py</a:t>
            </a:r>
          </a:p>
          <a:p>
            <a:r>
              <a:rPr lang="fr-FR" sz="2000">
                <a:ea typeface="+mn-lt"/>
                <a:cs typeface="+mn-lt"/>
              </a:rPr>
              <a:t>------test_admin.py</a:t>
            </a:r>
          </a:p>
          <a:p>
            <a:r>
              <a:rPr lang="fr-FR" sz="2000">
                <a:ea typeface="+mn-lt"/>
                <a:cs typeface="+mn-lt"/>
              </a:rPr>
              <a:t>------test_auth.py</a:t>
            </a:r>
          </a:p>
          <a:p>
            <a:r>
              <a:rPr lang="fr-FR" sz="2000"/>
              <a:t>------test_colis.py</a:t>
            </a:r>
            <a:endParaRPr lang="fr-FR"/>
          </a:p>
        </p:txBody>
      </p:sp>
      <p:sp>
        <p:nvSpPr>
          <p:cNvPr id="4" name="ZoneTexte 6">
            <a:extLst>
              <a:ext uri="{FF2B5EF4-FFF2-40B4-BE49-F238E27FC236}">
                <a16:creationId xmlns:a16="http://schemas.microsoft.com/office/drawing/2014/main" id="{3023FE1A-9EF0-94B1-30A9-751114ABA2FA}"/>
              </a:ext>
            </a:extLst>
          </p:cNvPr>
          <p:cNvSpPr txBox="1"/>
          <p:nvPr/>
        </p:nvSpPr>
        <p:spPr>
          <a:xfrm>
            <a:off x="7348684" y="2364239"/>
            <a:ext cx="3287685" cy="2145268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 b="1" err="1"/>
              <a:t>Conftest</a:t>
            </a:r>
            <a:r>
              <a:rPr lang="fr-FR" sz="2000" b="1"/>
              <a:t> (Setup):</a:t>
            </a:r>
          </a:p>
          <a:p>
            <a:pPr marL="342900" indent="-342900">
              <a:buFont typeface="Calibri"/>
              <a:buChar char="-"/>
            </a:pPr>
            <a:r>
              <a:rPr lang="fr-FR" sz="2000"/>
              <a:t>Création du client test</a:t>
            </a:r>
            <a:endParaRPr lang="fr-FR"/>
          </a:p>
          <a:p>
            <a:pPr marL="342900" indent="-342900">
              <a:buFont typeface="Calibri"/>
              <a:buChar char="-"/>
            </a:pPr>
            <a:r>
              <a:rPr lang="fr-FR" sz="2000"/>
              <a:t>Création des fixtures (data)</a:t>
            </a:r>
          </a:p>
          <a:p>
            <a:pPr marL="342900" indent="-342900">
              <a:buFont typeface="Calibri"/>
              <a:buChar char="-"/>
            </a:pPr>
            <a:r>
              <a:rPr lang="fr-FR" sz="2000"/>
              <a:t>Création des fixtures (fonctionnelles)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C37F8786-E0A4-A751-ED7D-2517FBB163F6}"/>
              </a:ext>
            </a:extLst>
          </p:cNvPr>
          <p:cNvSpPr/>
          <p:nvPr/>
        </p:nvSpPr>
        <p:spPr>
          <a:xfrm>
            <a:off x="4950791" y="3069067"/>
            <a:ext cx="2302521" cy="712626"/>
          </a:xfrm>
          <a:prstGeom prst="rightArrow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630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9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94047-F5C3-FDF9-1DAF-7D0A4528E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38AAFF47-E01B-4A05-6326-B5668F999F14}"/>
              </a:ext>
            </a:extLst>
          </p:cNvPr>
          <p:cNvSpPr/>
          <p:nvPr/>
        </p:nvSpPr>
        <p:spPr>
          <a:xfrm>
            <a:off x="-2528" y="334"/>
            <a:ext cx="12205902" cy="6868978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A4429017-B319-C8C6-5DF4-45E270E5002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616812" y="210332"/>
            <a:ext cx="8963303" cy="950677"/>
          </a:xfrm>
        </p:spPr>
        <p:txBody>
          <a:bodyPr/>
          <a:lstStyle/>
          <a:p>
            <a:r>
              <a:rPr lang="fr-FR" sz="4400">
                <a:ea typeface="+mn-lt"/>
                <a:cs typeface="+mn-lt"/>
              </a:rPr>
              <a:t>conclusion</a:t>
            </a:r>
            <a:endParaRPr lang="fr-FR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26BEC28C-CA52-4D3B-CECF-1ABF51274BB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1539098" y="6134159"/>
            <a:ext cx="596817" cy="619563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fr-FR"/>
              <a:t> </a:t>
            </a:r>
          </a:p>
        </p:txBody>
      </p:sp>
      <p:sp>
        <p:nvSpPr>
          <p:cNvPr id="5" name="Espace réservé du numéro de diapositive 13">
            <a:extLst>
              <a:ext uri="{FF2B5EF4-FFF2-40B4-BE49-F238E27FC236}">
                <a16:creationId xmlns:a16="http://schemas.microsoft.com/office/drawing/2014/main" id="{24E576FF-4626-9384-F2A3-C8A14B507E66}"/>
              </a:ext>
            </a:extLst>
          </p:cNvPr>
          <p:cNvSpPr txBox="1">
            <a:spLocks/>
          </p:cNvSpPr>
          <p:nvPr/>
        </p:nvSpPr>
        <p:spPr>
          <a:xfrm>
            <a:off x="9261445" y="6304688"/>
            <a:ext cx="2743200" cy="365125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>
            <a:defPPr>
              <a:defRPr lang="fr-FR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B51CF0B-774C-A54F-947A-43C7FDD5DE1C}" type="slidenum">
              <a:rPr lang="fr-FR" sz="2400" b="1" dirty="0" smtClean="0"/>
              <a:pPr algn="r"/>
              <a:t>12</a:t>
            </a:fld>
            <a:endParaRPr lang="fr-FR" sz="2400" b="1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B1C98D3-8522-7301-73EC-41D4BF8C3A6A}"/>
              </a:ext>
            </a:extLst>
          </p:cNvPr>
          <p:cNvSpPr txBox="1"/>
          <p:nvPr/>
        </p:nvSpPr>
        <p:spPr>
          <a:xfrm>
            <a:off x="2555251" y="2438053"/>
            <a:ext cx="7088169" cy="2485787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 b="1">
                <a:ea typeface="+mn-lt"/>
                <a:cs typeface="+mn-lt"/>
              </a:rPr>
              <a:t>Futures améliorations </a:t>
            </a:r>
          </a:p>
          <a:p>
            <a:pPr marL="342900" indent="-342900">
              <a:buFont typeface="Calibri"/>
              <a:buChar char="-"/>
            </a:pPr>
            <a:r>
              <a:rPr lang="fr-FR" sz="2000">
                <a:ea typeface="+mn-lt"/>
                <a:cs typeface="+mn-lt"/>
              </a:rPr>
              <a:t>Documentations complètes</a:t>
            </a:r>
          </a:p>
          <a:p>
            <a:pPr marL="342900" indent="-342900">
              <a:buFont typeface="Calibri"/>
              <a:buChar char="-"/>
            </a:pPr>
            <a:r>
              <a:rPr lang="fr-FR" sz="2000">
                <a:ea typeface="+mn-lt"/>
                <a:cs typeface="+mn-lt"/>
              </a:rPr>
              <a:t>Services</a:t>
            </a:r>
          </a:p>
          <a:p>
            <a:pPr marL="342900" indent="-342900">
              <a:buFont typeface="Calibri,Sans-Serif"/>
              <a:buChar char="-"/>
            </a:pPr>
            <a:r>
              <a:rPr lang="fr-FR" sz="2000">
                <a:ea typeface="+mn-lt"/>
                <a:cs typeface="+mn-lt"/>
              </a:rPr>
              <a:t>Mailler / Statistiques</a:t>
            </a:r>
            <a:endParaRPr lang="en-US" sz="2000"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r>
              <a:rPr lang="fr-FR" sz="2000">
                <a:ea typeface="+mn-lt"/>
                <a:cs typeface="+mn-lt"/>
              </a:rPr>
              <a:t>Etendre l'existant pour le rôle operateur stock</a:t>
            </a:r>
          </a:p>
          <a:p>
            <a:pPr marL="342900" indent="-342900">
              <a:buFont typeface="Calibri"/>
              <a:buChar char="-"/>
            </a:pPr>
            <a:r>
              <a:rPr lang="fr-FR" sz="2000" err="1">
                <a:ea typeface="+mn-lt"/>
                <a:cs typeface="+mn-lt"/>
              </a:rPr>
              <a:t>Testing</a:t>
            </a:r>
            <a:r>
              <a:rPr lang="fr-FR" sz="2000">
                <a:ea typeface="+mn-lt"/>
                <a:cs typeface="+mn-lt"/>
              </a:rPr>
              <a:t> étendu</a:t>
            </a:r>
          </a:p>
          <a:p>
            <a:pPr marL="342900" indent="-342900">
              <a:buFont typeface="Calibri"/>
              <a:buChar char="-"/>
            </a:pPr>
            <a:r>
              <a:rPr lang="fr-FR" sz="2000">
                <a:ea typeface="+mn-lt"/>
                <a:cs typeface="+mn-lt"/>
              </a:rPr>
              <a:t>Réfléchir à de potentiels améliorations de la modélisation</a:t>
            </a:r>
          </a:p>
        </p:txBody>
      </p:sp>
    </p:spTree>
    <p:extLst>
      <p:ext uri="{BB962C8B-B14F-4D97-AF65-F5344CB8AC3E}">
        <p14:creationId xmlns:p14="http://schemas.microsoft.com/office/powerpoint/2010/main" val="327462333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9">
      <a:majorFont>
        <a:latin typeface="Tw Cen MT"/>
        <a:ea typeface=""/>
        <a:cs typeface=""/>
      </a:majorFont>
      <a:minorFont>
        <a:latin typeface="Tw Cen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192_Win32_SL_v6" id="{000B72E1-E192-44E9-B8F2-188AF3FE4191}" vid="{1634329A-3C4A-4D49-93C0-D3DA8557E5C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290B0C-A6E5-47FA-914E-871C849258FB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EF9C51DB-85AD-4D30-921E-E6035B5EFF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CFA06F-36AC-4AD6-ABD9-8B7AD24572CB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Grand écran</PresentationFormat>
  <Slides>12</Slides>
  <Notes>12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Projet Digicheese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2026-01-09T11:51:35Z</dcterms:created>
  <dcterms:modified xsi:type="dcterms:W3CDTF">2026-01-26T08:06:52Z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